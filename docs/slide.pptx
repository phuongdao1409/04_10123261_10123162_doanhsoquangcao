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9"/>
  </p:notesMasterIdLst>
  <p:handoutMasterIdLst>
    <p:handoutMasterId r:id="rId20"/>
  </p:handoutMasterIdLst>
  <p:sldIdLst>
    <p:sldId id="258" r:id="rId2"/>
    <p:sldId id="353" r:id="rId3"/>
    <p:sldId id="370" r:id="rId4"/>
    <p:sldId id="354" r:id="rId5"/>
    <p:sldId id="379" r:id="rId6"/>
    <p:sldId id="381" r:id="rId7"/>
    <p:sldId id="380" r:id="rId8"/>
    <p:sldId id="346" r:id="rId9"/>
    <p:sldId id="363" r:id="rId10"/>
    <p:sldId id="372" r:id="rId11"/>
    <p:sldId id="373" r:id="rId12"/>
    <p:sldId id="364" r:id="rId13"/>
    <p:sldId id="374" r:id="rId14"/>
    <p:sldId id="375" r:id="rId15"/>
    <p:sldId id="378" r:id="rId16"/>
    <p:sldId id="382" r:id="rId17"/>
    <p:sldId id="297" r:id="rId18"/>
  </p:sldIdLst>
  <p:sldSz cx="12192000" cy="6858000"/>
  <p:notesSz cx="6797675" cy="9928225"/>
  <p:custDataLst>
    <p:tags r:id="rId21"/>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36" userDrawn="1">
          <p15:clr>
            <a:srgbClr val="A4A3A4"/>
          </p15:clr>
        </p15:guide>
        <p15:guide id="2" pos="381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80649" autoAdjust="0"/>
  </p:normalViewPr>
  <p:slideViewPr>
    <p:cSldViewPr snapToGrid="0">
      <p:cViewPr varScale="1">
        <p:scale>
          <a:sx n="66" d="100"/>
          <a:sy n="66" d="100"/>
        </p:scale>
        <p:origin x="1330" y="62"/>
      </p:cViewPr>
      <p:guideLst>
        <p:guide orient="horz" pos="2136"/>
        <p:guide pos="3816"/>
      </p:guideLst>
    </p:cSldViewPr>
  </p:slideViewPr>
  <p:notesTextViewPr>
    <p:cViewPr>
      <p:scale>
        <a:sx n="1" d="1"/>
        <a:sy n="1" d="1"/>
      </p:scale>
      <p:origin x="0" y="0"/>
    </p:cViewPr>
  </p:notesTextViewPr>
  <p:notesViewPr>
    <p:cSldViewPr snapToGrid="0">
      <p:cViewPr varScale="1">
        <p:scale>
          <a:sx n="60" d="100"/>
          <a:sy n="60" d="100"/>
        </p:scale>
        <p:origin x="3274" y="43"/>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ags" Target="tags/tag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1A1C65E-0DF5-27D2-898A-ACF711BCD6E5}"/>
              </a:ext>
            </a:extLst>
          </p:cNvPr>
          <p:cNvSpPr>
            <a:spLocks noGrp="1"/>
          </p:cNvSpPr>
          <p:nvPr>
            <p:ph type="hdr" sz="quarter"/>
          </p:nvPr>
        </p:nvSpPr>
        <p:spPr>
          <a:xfrm>
            <a:off x="0" y="0"/>
            <a:ext cx="2946400" cy="498475"/>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29160AE1-B61B-E949-4CC3-D451BA83E395}"/>
              </a:ext>
            </a:extLst>
          </p:cNvPr>
          <p:cNvSpPr>
            <a:spLocks noGrp="1"/>
          </p:cNvSpPr>
          <p:nvPr>
            <p:ph type="dt" sz="quarter" idx="1"/>
          </p:nvPr>
        </p:nvSpPr>
        <p:spPr>
          <a:xfrm>
            <a:off x="3849688" y="0"/>
            <a:ext cx="2946400" cy="498475"/>
          </a:xfrm>
          <a:prstGeom prst="rect">
            <a:avLst/>
          </a:prstGeom>
        </p:spPr>
        <p:txBody>
          <a:bodyPr vert="horz" lIns="91440" tIns="45720" rIns="91440" bIns="45720" rtlCol="0"/>
          <a:lstStyle>
            <a:lvl1pPr algn="r">
              <a:defRPr sz="1200"/>
            </a:lvl1pPr>
          </a:lstStyle>
          <a:p>
            <a:fld id="{4703510E-2DD8-44D2-8140-5CCCAF97B4E9}" type="datetimeFigureOut">
              <a:rPr lang="en-US" smtClean="0"/>
              <a:t>9/27/2026</a:t>
            </a:fld>
            <a:endParaRPr lang="en-US"/>
          </a:p>
        </p:txBody>
      </p:sp>
      <p:sp>
        <p:nvSpPr>
          <p:cNvPr id="4" name="Footer Placeholder 3">
            <a:extLst>
              <a:ext uri="{FF2B5EF4-FFF2-40B4-BE49-F238E27FC236}">
                <a16:creationId xmlns:a16="http://schemas.microsoft.com/office/drawing/2014/main" id="{C4D120FF-CC15-995A-A589-678F088E5F35}"/>
              </a:ext>
            </a:extLst>
          </p:cNvPr>
          <p:cNvSpPr>
            <a:spLocks noGrp="1"/>
          </p:cNvSpPr>
          <p:nvPr>
            <p:ph type="ftr" sz="quarter" idx="2"/>
          </p:nvPr>
        </p:nvSpPr>
        <p:spPr>
          <a:xfrm>
            <a:off x="0" y="9429750"/>
            <a:ext cx="2946400" cy="498475"/>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7ED1F58D-CFE4-91DE-741B-BAD93DD6EF58}"/>
              </a:ext>
            </a:extLst>
          </p:cNvPr>
          <p:cNvSpPr>
            <a:spLocks noGrp="1"/>
          </p:cNvSpPr>
          <p:nvPr>
            <p:ph type="sldNum" sz="quarter" idx="3"/>
          </p:nvPr>
        </p:nvSpPr>
        <p:spPr>
          <a:xfrm>
            <a:off x="3849688" y="9429750"/>
            <a:ext cx="2946400" cy="498475"/>
          </a:xfrm>
          <a:prstGeom prst="rect">
            <a:avLst/>
          </a:prstGeom>
        </p:spPr>
        <p:txBody>
          <a:bodyPr vert="horz" lIns="91440" tIns="45720" rIns="91440" bIns="45720" rtlCol="0" anchor="b"/>
          <a:lstStyle>
            <a:lvl1pPr algn="r">
              <a:defRPr sz="1200"/>
            </a:lvl1pPr>
          </a:lstStyle>
          <a:p>
            <a:fld id="{EAA54B8A-DE42-4955-AB74-C41E4CB4D3F6}" type="slidenum">
              <a:rPr lang="en-US" smtClean="0"/>
              <a:t>‹#›</a:t>
            </a:fld>
            <a:endParaRPr lang="en-US"/>
          </a:p>
        </p:txBody>
      </p:sp>
    </p:spTree>
    <p:extLst>
      <p:ext uri="{BB962C8B-B14F-4D97-AF65-F5344CB8AC3E}">
        <p14:creationId xmlns:p14="http://schemas.microsoft.com/office/powerpoint/2010/main" val="94998412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6400" cy="498475"/>
          </a:xfrm>
          <a:prstGeom prst="rect">
            <a:avLst/>
          </a:prstGeom>
        </p:spPr>
        <p:txBody>
          <a:bodyPr vert="horz" lIns="91440" tIns="45720" rIns="91440" bIns="45720" rtlCol="0"/>
          <a:lstStyle>
            <a:lvl1pPr algn="l">
              <a:defRPr sz="1200"/>
            </a:lvl1pPr>
          </a:lstStyle>
          <a:p>
            <a:endParaRPr lang="vi-VN"/>
          </a:p>
        </p:txBody>
      </p:sp>
      <p:sp>
        <p:nvSpPr>
          <p:cNvPr id="3" name="Date Placeholder 2"/>
          <p:cNvSpPr>
            <a:spLocks noGrp="1"/>
          </p:cNvSpPr>
          <p:nvPr>
            <p:ph type="dt" idx="1"/>
          </p:nvPr>
        </p:nvSpPr>
        <p:spPr>
          <a:xfrm>
            <a:off x="3849688" y="0"/>
            <a:ext cx="2946400" cy="498475"/>
          </a:xfrm>
          <a:prstGeom prst="rect">
            <a:avLst/>
          </a:prstGeom>
        </p:spPr>
        <p:txBody>
          <a:bodyPr vert="horz" lIns="91440" tIns="45720" rIns="91440" bIns="45720" rtlCol="0"/>
          <a:lstStyle>
            <a:lvl1pPr algn="r">
              <a:defRPr sz="1200"/>
            </a:lvl1pPr>
          </a:lstStyle>
          <a:p>
            <a:fld id="{AEB72483-FDC9-45A4-B476-B91AB7AE25BF}" type="datetimeFigureOut">
              <a:rPr lang="vi-VN" smtClean="0"/>
              <a:t>27/09/2026</a:t>
            </a:fld>
            <a:endParaRPr lang="vi-VN"/>
          </a:p>
        </p:txBody>
      </p:sp>
      <p:sp>
        <p:nvSpPr>
          <p:cNvPr id="4" name="Slide Image Placeholder 3"/>
          <p:cNvSpPr>
            <a:spLocks noGrp="1" noRot="1" noChangeAspect="1"/>
          </p:cNvSpPr>
          <p:nvPr>
            <p:ph type="sldImg" idx="2"/>
          </p:nvPr>
        </p:nvSpPr>
        <p:spPr>
          <a:xfrm>
            <a:off x="422275" y="1241425"/>
            <a:ext cx="5953125" cy="3349625"/>
          </a:xfrm>
          <a:prstGeom prst="rect">
            <a:avLst/>
          </a:prstGeom>
          <a:noFill/>
          <a:ln w="12700">
            <a:solidFill>
              <a:prstClr val="black"/>
            </a:solidFill>
          </a:ln>
        </p:spPr>
        <p:txBody>
          <a:bodyPr vert="horz" lIns="91440" tIns="45720" rIns="91440" bIns="45720" rtlCol="0" anchor="ctr"/>
          <a:lstStyle/>
          <a:p>
            <a:endParaRPr lang="vi-VN"/>
          </a:p>
        </p:txBody>
      </p:sp>
      <p:sp>
        <p:nvSpPr>
          <p:cNvPr id="5" name="Notes Placeholder 4"/>
          <p:cNvSpPr>
            <a:spLocks noGrp="1"/>
          </p:cNvSpPr>
          <p:nvPr>
            <p:ph type="body" sz="quarter" idx="3"/>
          </p:nvPr>
        </p:nvSpPr>
        <p:spPr>
          <a:xfrm>
            <a:off x="679450" y="4778375"/>
            <a:ext cx="5438775" cy="3908425"/>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6" name="Footer Placeholder 5"/>
          <p:cNvSpPr>
            <a:spLocks noGrp="1"/>
          </p:cNvSpPr>
          <p:nvPr>
            <p:ph type="ftr" sz="quarter" idx="4"/>
          </p:nvPr>
        </p:nvSpPr>
        <p:spPr>
          <a:xfrm>
            <a:off x="0" y="9429750"/>
            <a:ext cx="2946400" cy="498475"/>
          </a:xfrm>
          <a:prstGeom prst="rect">
            <a:avLst/>
          </a:prstGeom>
        </p:spPr>
        <p:txBody>
          <a:bodyPr vert="horz" lIns="91440" tIns="45720" rIns="91440" bIns="45720" rtlCol="0" anchor="b"/>
          <a:lstStyle>
            <a:lvl1pPr algn="l">
              <a:defRPr sz="1200"/>
            </a:lvl1pPr>
          </a:lstStyle>
          <a:p>
            <a:endParaRPr lang="vi-VN"/>
          </a:p>
        </p:txBody>
      </p:sp>
      <p:sp>
        <p:nvSpPr>
          <p:cNvPr id="7" name="Slide Number Placeholder 6"/>
          <p:cNvSpPr>
            <a:spLocks noGrp="1"/>
          </p:cNvSpPr>
          <p:nvPr>
            <p:ph type="sldNum" sz="quarter" idx="5"/>
          </p:nvPr>
        </p:nvSpPr>
        <p:spPr>
          <a:xfrm>
            <a:off x="3849688" y="9429750"/>
            <a:ext cx="2946400" cy="498475"/>
          </a:xfrm>
          <a:prstGeom prst="rect">
            <a:avLst/>
          </a:prstGeom>
        </p:spPr>
        <p:txBody>
          <a:bodyPr vert="horz" lIns="91440" tIns="45720" rIns="91440" bIns="45720" rtlCol="0" anchor="b"/>
          <a:lstStyle>
            <a:lvl1pPr algn="r">
              <a:defRPr sz="1200"/>
            </a:lvl1pPr>
          </a:lstStyle>
          <a:p>
            <a:fld id="{8221C085-28C1-4836-9167-F8AA3B17BD3E}" type="slidenum">
              <a:rPr lang="vi-VN" smtClean="0"/>
              <a:t>‹#›</a:t>
            </a:fld>
            <a:endParaRPr lang="vi-VN"/>
          </a:p>
        </p:txBody>
      </p:sp>
    </p:spTree>
    <p:extLst>
      <p:ext uri="{BB962C8B-B14F-4D97-AF65-F5344CB8AC3E}">
        <p14:creationId xmlns:p14="http://schemas.microsoft.com/office/powerpoint/2010/main" val="7240454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a:p>
        </p:txBody>
      </p:sp>
      <p:sp>
        <p:nvSpPr>
          <p:cNvPr id="4" name="Slide Number Placeholder 3"/>
          <p:cNvSpPr>
            <a:spLocks noGrp="1"/>
          </p:cNvSpPr>
          <p:nvPr>
            <p:ph type="sldNum" sz="quarter" idx="5"/>
          </p:nvPr>
        </p:nvSpPr>
        <p:spPr/>
        <p:txBody>
          <a:bodyPr/>
          <a:lstStyle/>
          <a:p>
            <a:fld id="{8221C085-28C1-4836-9167-F8AA3B17BD3E}" type="slidenum">
              <a:rPr lang="vi-VN" smtClean="0"/>
              <a:t>1</a:t>
            </a:fld>
            <a:endParaRPr lang="vi-VN"/>
          </a:p>
        </p:txBody>
      </p:sp>
    </p:spTree>
    <p:extLst>
      <p:ext uri="{BB962C8B-B14F-4D97-AF65-F5344CB8AC3E}">
        <p14:creationId xmlns:p14="http://schemas.microsoft.com/office/powerpoint/2010/main" val="211152108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8DC701-B1A5-E8C7-78E5-4CE9361D027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26D6F53-45B4-3485-33BB-80E31620B98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7900155-4254-CA66-A218-22337E4E835B}"/>
              </a:ext>
            </a:extLst>
          </p:cNvPr>
          <p:cNvSpPr>
            <a:spLocks noGrp="1"/>
          </p:cNvSpPr>
          <p:nvPr>
            <p:ph type="body" idx="1"/>
          </p:nvPr>
        </p:nvSpPr>
        <p:spPr/>
        <p:txBody>
          <a:bodyPr/>
          <a:lstStyle/>
          <a:p>
            <a:endParaRPr lang="vi-VN"/>
          </a:p>
        </p:txBody>
      </p:sp>
      <p:sp>
        <p:nvSpPr>
          <p:cNvPr id="4" name="Slide Number Placeholder 3">
            <a:extLst>
              <a:ext uri="{FF2B5EF4-FFF2-40B4-BE49-F238E27FC236}">
                <a16:creationId xmlns:a16="http://schemas.microsoft.com/office/drawing/2014/main" id="{0EDC95CB-71FB-6F92-419C-C145990F1D77}"/>
              </a:ext>
            </a:extLst>
          </p:cNvPr>
          <p:cNvSpPr>
            <a:spLocks noGrp="1"/>
          </p:cNvSpPr>
          <p:nvPr>
            <p:ph type="sldNum" sz="quarter" idx="5"/>
          </p:nvPr>
        </p:nvSpPr>
        <p:spPr/>
        <p:txBody>
          <a:bodyPr/>
          <a:lstStyle/>
          <a:p>
            <a:fld id="{8221C085-28C1-4836-9167-F8AA3B17BD3E}" type="slidenum">
              <a:rPr lang="vi-VN" smtClean="0"/>
              <a:t>2</a:t>
            </a:fld>
            <a:endParaRPr lang="vi-VN"/>
          </a:p>
        </p:txBody>
      </p:sp>
    </p:spTree>
    <p:extLst>
      <p:ext uri="{BB962C8B-B14F-4D97-AF65-F5344CB8AC3E}">
        <p14:creationId xmlns:p14="http://schemas.microsoft.com/office/powerpoint/2010/main" val="427588030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8DC701-B1A5-E8C7-78E5-4CE9361D027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26D6F53-45B4-3485-33BB-80E31620B98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7900155-4254-CA66-A218-22337E4E835B}"/>
              </a:ext>
            </a:extLst>
          </p:cNvPr>
          <p:cNvSpPr>
            <a:spLocks noGrp="1"/>
          </p:cNvSpPr>
          <p:nvPr>
            <p:ph type="body" idx="1"/>
          </p:nvPr>
        </p:nvSpPr>
        <p:spPr/>
        <p:txBody>
          <a:bodyPr/>
          <a:lstStyle/>
          <a:p>
            <a:endParaRPr lang="vi-VN"/>
          </a:p>
        </p:txBody>
      </p:sp>
      <p:sp>
        <p:nvSpPr>
          <p:cNvPr id="4" name="Slide Number Placeholder 3">
            <a:extLst>
              <a:ext uri="{FF2B5EF4-FFF2-40B4-BE49-F238E27FC236}">
                <a16:creationId xmlns:a16="http://schemas.microsoft.com/office/drawing/2014/main" id="{0EDC95CB-71FB-6F92-419C-C145990F1D77}"/>
              </a:ext>
            </a:extLst>
          </p:cNvPr>
          <p:cNvSpPr>
            <a:spLocks noGrp="1"/>
          </p:cNvSpPr>
          <p:nvPr>
            <p:ph type="sldNum" sz="quarter" idx="5"/>
          </p:nvPr>
        </p:nvSpPr>
        <p:spPr/>
        <p:txBody>
          <a:bodyPr/>
          <a:lstStyle/>
          <a:p>
            <a:fld id="{8221C085-28C1-4836-9167-F8AA3B17BD3E}" type="slidenum">
              <a:rPr lang="vi-VN" smtClean="0"/>
              <a:t>3</a:t>
            </a:fld>
            <a:endParaRPr lang="vi-VN"/>
          </a:p>
        </p:txBody>
      </p:sp>
    </p:spTree>
    <p:extLst>
      <p:ext uri="{BB962C8B-B14F-4D97-AF65-F5344CB8AC3E}">
        <p14:creationId xmlns:p14="http://schemas.microsoft.com/office/powerpoint/2010/main" val="156972863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8DC701-B1A5-E8C7-78E5-4CE9361D027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26D6F53-45B4-3485-33BB-80E31620B98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7900155-4254-CA66-A218-22337E4E835B}"/>
              </a:ext>
            </a:extLst>
          </p:cNvPr>
          <p:cNvSpPr>
            <a:spLocks noGrp="1"/>
          </p:cNvSpPr>
          <p:nvPr>
            <p:ph type="body" idx="1"/>
          </p:nvPr>
        </p:nvSpPr>
        <p:spPr/>
        <p:txBody>
          <a:bodyPr/>
          <a:lstStyle/>
          <a:p>
            <a:endParaRPr lang="vi-VN"/>
          </a:p>
        </p:txBody>
      </p:sp>
      <p:sp>
        <p:nvSpPr>
          <p:cNvPr id="4" name="Slide Number Placeholder 3">
            <a:extLst>
              <a:ext uri="{FF2B5EF4-FFF2-40B4-BE49-F238E27FC236}">
                <a16:creationId xmlns:a16="http://schemas.microsoft.com/office/drawing/2014/main" id="{0EDC95CB-71FB-6F92-419C-C145990F1D77}"/>
              </a:ext>
            </a:extLst>
          </p:cNvPr>
          <p:cNvSpPr>
            <a:spLocks noGrp="1"/>
          </p:cNvSpPr>
          <p:nvPr>
            <p:ph type="sldNum" sz="quarter" idx="5"/>
          </p:nvPr>
        </p:nvSpPr>
        <p:spPr/>
        <p:txBody>
          <a:bodyPr/>
          <a:lstStyle/>
          <a:p>
            <a:fld id="{8221C085-28C1-4836-9167-F8AA3B17BD3E}" type="slidenum">
              <a:rPr lang="vi-VN" smtClean="0"/>
              <a:t>4</a:t>
            </a:fld>
            <a:endParaRPr lang="vi-VN"/>
          </a:p>
        </p:txBody>
      </p:sp>
    </p:spTree>
    <p:extLst>
      <p:ext uri="{BB962C8B-B14F-4D97-AF65-F5344CB8AC3E}">
        <p14:creationId xmlns:p14="http://schemas.microsoft.com/office/powerpoint/2010/main" val="163182922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8DC701-B1A5-E8C7-78E5-4CE9361D027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26D6F53-45B4-3485-33BB-80E31620B98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7900155-4254-CA66-A218-22337E4E835B}"/>
              </a:ext>
            </a:extLst>
          </p:cNvPr>
          <p:cNvSpPr>
            <a:spLocks noGrp="1"/>
          </p:cNvSpPr>
          <p:nvPr>
            <p:ph type="body" idx="1"/>
          </p:nvPr>
        </p:nvSpPr>
        <p:spPr/>
        <p:txBody>
          <a:bodyPr/>
          <a:lstStyle/>
          <a:p>
            <a:endParaRPr lang="vi-VN"/>
          </a:p>
        </p:txBody>
      </p:sp>
      <p:sp>
        <p:nvSpPr>
          <p:cNvPr id="4" name="Slide Number Placeholder 3">
            <a:extLst>
              <a:ext uri="{FF2B5EF4-FFF2-40B4-BE49-F238E27FC236}">
                <a16:creationId xmlns:a16="http://schemas.microsoft.com/office/drawing/2014/main" id="{0EDC95CB-71FB-6F92-419C-C145990F1D77}"/>
              </a:ext>
            </a:extLst>
          </p:cNvPr>
          <p:cNvSpPr>
            <a:spLocks noGrp="1"/>
          </p:cNvSpPr>
          <p:nvPr>
            <p:ph type="sldNum" sz="quarter" idx="5"/>
          </p:nvPr>
        </p:nvSpPr>
        <p:spPr/>
        <p:txBody>
          <a:bodyPr/>
          <a:lstStyle/>
          <a:p>
            <a:fld id="{8221C085-28C1-4836-9167-F8AA3B17BD3E}" type="slidenum">
              <a:rPr lang="vi-VN" smtClean="0"/>
              <a:t>5</a:t>
            </a:fld>
            <a:endParaRPr lang="vi-VN"/>
          </a:p>
        </p:txBody>
      </p:sp>
    </p:spTree>
    <p:extLst>
      <p:ext uri="{BB962C8B-B14F-4D97-AF65-F5344CB8AC3E}">
        <p14:creationId xmlns:p14="http://schemas.microsoft.com/office/powerpoint/2010/main" val="271345512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8DC701-B1A5-E8C7-78E5-4CE9361D027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26D6F53-45B4-3485-33BB-80E31620B98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7900155-4254-CA66-A218-22337E4E835B}"/>
              </a:ext>
            </a:extLst>
          </p:cNvPr>
          <p:cNvSpPr>
            <a:spLocks noGrp="1"/>
          </p:cNvSpPr>
          <p:nvPr>
            <p:ph type="body" idx="1"/>
          </p:nvPr>
        </p:nvSpPr>
        <p:spPr/>
        <p:txBody>
          <a:bodyPr/>
          <a:lstStyle/>
          <a:p>
            <a:endParaRPr lang="vi-VN" dirty="0"/>
          </a:p>
        </p:txBody>
      </p:sp>
      <p:sp>
        <p:nvSpPr>
          <p:cNvPr id="4" name="Slide Number Placeholder 3">
            <a:extLst>
              <a:ext uri="{FF2B5EF4-FFF2-40B4-BE49-F238E27FC236}">
                <a16:creationId xmlns:a16="http://schemas.microsoft.com/office/drawing/2014/main" id="{0EDC95CB-71FB-6F92-419C-C145990F1D77}"/>
              </a:ext>
            </a:extLst>
          </p:cNvPr>
          <p:cNvSpPr>
            <a:spLocks noGrp="1"/>
          </p:cNvSpPr>
          <p:nvPr>
            <p:ph type="sldNum" sz="quarter" idx="5"/>
          </p:nvPr>
        </p:nvSpPr>
        <p:spPr/>
        <p:txBody>
          <a:bodyPr/>
          <a:lstStyle/>
          <a:p>
            <a:fld id="{8221C085-28C1-4836-9167-F8AA3B17BD3E}" type="slidenum">
              <a:rPr lang="vi-VN" smtClean="0"/>
              <a:t>6</a:t>
            </a:fld>
            <a:endParaRPr lang="vi-VN"/>
          </a:p>
        </p:txBody>
      </p:sp>
    </p:spTree>
    <p:extLst>
      <p:ext uri="{BB962C8B-B14F-4D97-AF65-F5344CB8AC3E}">
        <p14:creationId xmlns:p14="http://schemas.microsoft.com/office/powerpoint/2010/main" val="132583671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8DC701-B1A5-E8C7-78E5-4CE9361D027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26D6F53-45B4-3485-33BB-80E31620B98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7900155-4254-CA66-A218-22337E4E835B}"/>
              </a:ext>
            </a:extLst>
          </p:cNvPr>
          <p:cNvSpPr>
            <a:spLocks noGrp="1"/>
          </p:cNvSpPr>
          <p:nvPr>
            <p:ph type="body" idx="1"/>
          </p:nvPr>
        </p:nvSpPr>
        <p:spPr/>
        <p:txBody>
          <a:bodyPr/>
          <a:lstStyle/>
          <a:p>
            <a:endParaRPr lang="vi-VN"/>
          </a:p>
        </p:txBody>
      </p:sp>
      <p:sp>
        <p:nvSpPr>
          <p:cNvPr id="4" name="Slide Number Placeholder 3">
            <a:extLst>
              <a:ext uri="{FF2B5EF4-FFF2-40B4-BE49-F238E27FC236}">
                <a16:creationId xmlns:a16="http://schemas.microsoft.com/office/drawing/2014/main" id="{0EDC95CB-71FB-6F92-419C-C145990F1D77}"/>
              </a:ext>
            </a:extLst>
          </p:cNvPr>
          <p:cNvSpPr>
            <a:spLocks noGrp="1"/>
          </p:cNvSpPr>
          <p:nvPr>
            <p:ph type="sldNum" sz="quarter" idx="5"/>
          </p:nvPr>
        </p:nvSpPr>
        <p:spPr/>
        <p:txBody>
          <a:bodyPr/>
          <a:lstStyle/>
          <a:p>
            <a:fld id="{8221C085-28C1-4836-9167-F8AA3B17BD3E}" type="slidenum">
              <a:rPr lang="vi-VN" smtClean="0"/>
              <a:t>7</a:t>
            </a:fld>
            <a:endParaRPr lang="vi-VN"/>
          </a:p>
        </p:txBody>
      </p:sp>
    </p:spTree>
    <p:extLst>
      <p:ext uri="{BB962C8B-B14F-4D97-AF65-F5344CB8AC3E}">
        <p14:creationId xmlns:p14="http://schemas.microsoft.com/office/powerpoint/2010/main" val="428416184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8DC701-B1A5-E8C7-78E5-4CE9361D027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26D6F53-45B4-3485-33BB-80E31620B98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7900155-4254-CA66-A218-22337E4E835B}"/>
              </a:ext>
            </a:extLst>
          </p:cNvPr>
          <p:cNvSpPr>
            <a:spLocks noGrp="1"/>
          </p:cNvSpPr>
          <p:nvPr>
            <p:ph type="body" idx="1"/>
          </p:nvPr>
        </p:nvSpPr>
        <p:spPr/>
        <p:txBody>
          <a:bodyPr/>
          <a:lstStyle/>
          <a:p>
            <a:endParaRPr lang="vi-VN"/>
          </a:p>
        </p:txBody>
      </p:sp>
      <p:sp>
        <p:nvSpPr>
          <p:cNvPr id="4" name="Slide Number Placeholder 3">
            <a:extLst>
              <a:ext uri="{FF2B5EF4-FFF2-40B4-BE49-F238E27FC236}">
                <a16:creationId xmlns:a16="http://schemas.microsoft.com/office/drawing/2014/main" id="{0EDC95CB-71FB-6F92-419C-C145990F1D77}"/>
              </a:ext>
            </a:extLst>
          </p:cNvPr>
          <p:cNvSpPr>
            <a:spLocks noGrp="1"/>
          </p:cNvSpPr>
          <p:nvPr>
            <p:ph type="sldNum" sz="quarter" idx="5"/>
          </p:nvPr>
        </p:nvSpPr>
        <p:spPr/>
        <p:txBody>
          <a:bodyPr/>
          <a:lstStyle/>
          <a:p>
            <a:fld id="{8221C085-28C1-4836-9167-F8AA3B17BD3E}" type="slidenum">
              <a:rPr lang="vi-VN" smtClean="0"/>
              <a:t>8</a:t>
            </a:fld>
            <a:endParaRPr lang="vi-VN"/>
          </a:p>
        </p:txBody>
      </p:sp>
    </p:spTree>
    <p:extLst>
      <p:ext uri="{BB962C8B-B14F-4D97-AF65-F5344CB8AC3E}">
        <p14:creationId xmlns:p14="http://schemas.microsoft.com/office/powerpoint/2010/main" val="266304920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8DC701-B1A5-E8C7-78E5-4CE9361D027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26D6F53-45B4-3485-33BB-80E31620B98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7900155-4254-CA66-A218-22337E4E835B}"/>
              </a:ext>
            </a:extLst>
          </p:cNvPr>
          <p:cNvSpPr>
            <a:spLocks noGrp="1"/>
          </p:cNvSpPr>
          <p:nvPr>
            <p:ph type="body" idx="1"/>
          </p:nvPr>
        </p:nvSpPr>
        <p:spPr/>
        <p:txBody>
          <a:bodyPr/>
          <a:lstStyle/>
          <a:p>
            <a:endParaRPr lang="vi-VN" dirty="0"/>
          </a:p>
        </p:txBody>
      </p:sp>
      <p:sp>
        <p:nvSpPr>
          <p:cNvPr id="4" name="Slide Number Placeholder 3">
            <a:extLst>
              <a:ext uri="{FF2B5EF4-FFF2-40B4-BE49-F238E27FC236}">
                <a16:creationId xmlns:a16="http://schemas.microsoft.com/office/drawing/2014/main" id="{0EDC95CB-71FB-6F92-419C-C145990F1D77}"/>
              </a:ext>
            </a:extLst>
          </p:cNvPr>
          <p:cNvSpPr>
            <a:spLocks noGrp="1"/>
          </p:cNvSpPr>
          <p:nvPr>
            <p:ph type="sldNum" sz="quarter" idx="5"/>
          </p:nvPr>
        </p:nvSpPr>
        <p:spPr/>
        <p:txBody>
          <a:bodyPr/>
          <a:lstStyle/>
          <a:p>
            <a:fld id="{8221C085-28C1-4836-9167-F8AA3B17BD3E}" type="slidenum">
              <a:rPr lang="vi-VN" smtClean="0"/>
              <a:t>9</a:t>
            </a:fld>
            <a:endParaRPr lang="vi-VN"/>
          </a:p>
        </p:txBody>
      </p:sp>
    </p:spTree>
    <p:extLst>
      <p:ext uri="{BB962C8B-B14F-4D97-AF65-F5344CB8AC3E}">
        <p14:creationId xmlns:p14="http://schemas.microsoft.com/office/powerpoint/2010/main" val="11716903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8DC701-B1A5-E8C7-78E5-4CE9361D027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26D6F53-45B4-3485-33BB-80E31620B98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7900155-4254-CA66-A218-22337E4E835B}"/>
              </a:ext>
            </a:extLst>
          </p:cNvPr>
          <p:cNvSpPr>
            <a:spLocks noGrp="1"/>
          </p:cNvSpPr>
          <p:nvPr>
            <p:ph type="body" idx="1"/>
          </p:nvPr>
        </p:nvSpPr>
        <p:spPr/>
        <p:txBody>
          <a:bodyPr/>
          <a:lstStyle/>
          <a:p>
            <a:endParaRPr lang="vi-VN"/>
          </a:p>
        </p:txBody>
      </p:sp>
      <p:sp>
        <p:nvSpPr>
          <p:cNvPr id="4" name="Slide Number Placeholder 3">
            <a:extLst>
              <a:ext uri="{FF2B5EF4-FFF2-40B4-BE49-F238E27FC236}">
                <a16:creationId xmlns:a16="http://schemas.microsoft.com/office/drawing/2014/main" id="{0EDC95CB-71FB-6F92-419C-C145990F1D77}"/>
              </a:ext>
            </a:extLst>
          </p:cNvPr>
          <p:cNvSpPr>
            <a:spLocks noGrp="1"/>
          </p:cNvSpPr>
          <p:nvPr>
            <p:ph type="sldNum" sz="quarter" idx="5"/>
          </p:nvPr>
        </p:nvSpPr>
        <p:spPr/>
        <p:txBody>
          <a:bodyPr/>
          <a:lstStyle/>
          <a:p>
            <a:fld id="{8221C085-28C1-4836-9167-F8AA3B17BD3E}" type="slidenum">
              <a:rPr lang="vi-VN" smtClean="0"/>
              <a:t>10</a:t>
            </a:fld>
            <a:endParaRPr lang="vi-VN"/>
          </a:p>
        </p:txBody>
      </p:sp>
    </p:spTree>
    <p:extLst>
      <p:ext uri="{BB962C8B-B14F-4D97-AF65-F5344CB8AC3E}">
        <p14:creationId xmlns:p14="http://schemas.microsoft.com/office/powerpoint/2010/main" val="416538281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8DC701-B1A5-E8C7-78E5-4CE9361D027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26D6F53-45B4-3485-33BB-80E31620B98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7900155-4254-CA66-A218-22337E4E835B}"/>
              </a:ext>
            </a:extLst>
          </p:cNvPr>
          <p:cNvSpPr>
            <a:spLocks noGrp="1"/>
          </p:cNvSpPr>
          <p:nvPr>
            <p:ph type="body" idx="1"/>
          </p:nvPr>
        </p:nvSpPr>
        <p:spPr/>
        <p:txBody>
          <a:bodyPr/>
          <a:lstStyle/>
          <a:p>
            <a:endParaRPr lang="vi-VN"/>
          </a:p>
        </p:txBody>
      </p:sp>
      <p:sp>
        <p:nvSpPr>
          <p:cNvPr id="4" name="Slide Number Placeholder 3">
            <a:extLst>
              <a:ext uri="{FF2B5EF4-FFF2-40B4-BE49-F238E27FC236}">
                <a16:creationId xmlns:a16="http://schemas.microsoft.com/office/drawing/2014/main" id="{0EDC95CB-71FB-6F92-419C-C145990F1D77}"/>
              </a:ext>
            </a:extLst>
          </p:cNvPr>
          <p:cNvSpPr>
            <a:spLocks noGrp="1"/>
          </p:cNvSpPr>
          <p:nvPr>
            <p:ph type="sldNum" sz="quarter" idx="5"/>
          </p:nvPr>
        </p:nvSpPr>
        <p:spPr/>
        <p:txBody>
          <a:bodyPr/>
          <a:lstStyle/>
          <a:p>
            <a:fld id="{8221C085-28C1-4836-9167-F8AA3B17BD3E}" type="slidenum">
              <a:rPr lang="vi-VN" smtClean="0"/>
              <a:t>11</a:t>
            </a:fld>
            <a:endParaRPr lang="vi-VN"/>
          </a:p>
        </p:txBody>
      </p:sp>
    </p:spTree>
    <p:extLst>
      <p:ext uri="{BB962C8B-B14F-4D97-AF65-F5344CB8AC3E}">
        <p14:creationId xmlns:p14="http://schemas.microsoft.com/office/powerpoint/2010/main" val="180274308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8DC701-B1A5-E8C7-78E5-4CE9361D027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26D6F53-45B4-3485-33BB-80E31620B98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7900155-4254-CA66-A218-22337E4E835B}"/>
              </a:ext>
            </a:extLst>
          </p:cNvPr>
          <p:cNvSpPr>
            <a:spLocks noGrp="1"/>
          </p:cNvSpPr>
          <p:nvPr>
            <p:ph type="body" idx="1"/>
          </p:nvPr>
        </p:nvSpPr>
        <p:spPr/>
        <p:txBody>
          <a:bodyPr/>
          <a:lstStyle/>
          <a:p>
            <a:endParaRPr lang="vi-VN"/>
          </a:p>
        </p:txBody>
      </p:sp>
      <p:sp>
        <p:nvSpPr>
          <p:cNvPr id="4" name="Slide Number Placeholder 3">
            <a:extLst>
              <a:ext uri="{FF2B5EF4-FFF2-40B4-BE49-F238E27FC236}">
                <a16:creationId xmlns:a16="http://schemas.microsoft.com/office/drawing/2014/main" id="{0EDC95CB-71FB-6F92-419C-C145990F1D77}"/>
              </a:ext>
            </a:extLst>
          </p:cNvPr>
          <p:cNvSpPr>
            <a:spLocks noGrp="1"/>
          </p:cNvSpPr>
          <p:nvPr>
            <p:ph type="sldNum" sz="quarter" idx="5"/>
          </p:nvPr>
        </p:nvSpPr>
        <p:spPr/>
        <p:txBody>
          <a:bodyPr/>
          <a:lstStyle/>
          <a:p>
            <a:fld id="{8221C085-28C1-4836-9167-F8AA3B17BD3E}" type="slidenum">
              <a:rPr lang="vi-VN" smtClean="0"/>
              <a:t>12</a:t>
            </a:fld>
            <a:endParaRPr lang="vi-VN"/>
          </a:p>
        </p:txBody>
      </p:sp>
    </p:spTree>
    <p:extLst>
      <p:ext uri="{BB962C8B-B14F-4D97-AF65-F5344CB8AC3E}">
        <p14:creationId xmlns:p14="http://schemas.microsoft.com/office/powerpoint/2010/main" val="227840235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8DC701-B1A5-E8C7-78E5-4CE9361D027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26D6F53-45B4-3485-33BB-80E31620B98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7900155-4254-CA66-A218-22337E4E835B}"/>
              </a:ext>
            </a:extLst>
          </p:cNvPr>
          <p:cNvSpPr>
            <a:spLocks noGrp="1"/>
          </p:cNvSpPr>
          <p:nvPr>
            <p:ph type="body" idx="1"/>
          </p:nvPr>
        </p:nvSpPr>
        <p:spPr/>
        <p:txBody>
          <a:bodyPr/>
          <a:lstStyle/>
          <a:p>
            <a:endParaRPr lang="vi-VN"/>
          </a:p>
        </p:txBody>
      </p:sp>
      <p:sp>
        <p:nvSpPr>
          <p:cNvPr id="4" name="Slide Number Placeholder 3">
            <a:extLst>
              <a:ext uri="{FF2B5EF4-FFF2-40B4-BE49-F238E27FC236}">
                <a16:creationId xmlns:a16="http://schemas.microsoft.com/office/drawing/2014/main" id="{0EDC95CB-71FB-6F92-419C-C145990F1D77}"/>
              </a:ext>
            </a:extLst>
          </p:cNvPr>
          <p:cNvSpPr>
            <a:spLocks noGrp="1"/>
          </p:cNvSpPr>
          <p:nvPr>
            <p:ph type="sldNum" sz="quarter" idx="5"/>
          </p:nvPr>
        </p:nvSpPr>
        <p:spPr/>
        <p:txBody>
          <a:bodyPr/>
          <a:lstStyle/>
          <a:p>
            <a:fld id="{8221C085-28C1-4836-9167-F8AA3B17BD3E}" type="slidenum">
              <a:rPr lang="vi-VN" smtClean="0"/>
              <a:t>13</a:t>
            </a:fld>
            <a:endParaRPr lang="vi-VN"/>
          </a:p>
        </p:txBody>
      </p:sp>
    </p:spTree>
    <p:extLst>
      <p:ext uri="{BB962C8B-B14F-4D97-AF65-F5344CB8AC3E}">
        <p14:creationId xmlns:p14="http://schemas.microsoft.com/office/powerpoint/2010/main" val="41671145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8DC701-B1A5-E8C7-78E5-4CE9361D027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26D6F53-45B4-3485-33BB-80E31620B98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7900155-4254-CA66-A218-22337E4E835B}"/>
              </a:ext>
            </a:extLst>
          </p:cNvPr>
          <p:cNvSpPr>
            <a:spLocks noGrp="1"/>
          </p:cNvSpPr>
          <p:nvPr>
            <p:ph type="body" idx="1"/>
          </p:nvPr>
        </p:nvSpPr>
        <p:spPr/>
        <p:txBody>
          <a:bodyPr/>
          <a:lstStyle/>
          <a:p>
            <a:endParaRPr lang="vi-VN"/>
          </a:p>
        </p:txBody>
      </p:sp>
      <p:sp>
        <p:nvSpPr>
          <p:cNvPr id="4" name="Slide Number Placeholder 3">
            <a:extLst>
              <a:ext uri="{FF2B5EF4-FFF2-40B4-BE49-F238E27FC236}">
                <a16:creationId xmlns:a16="http://schemas.microsoft.com/office/drawing/2014/main" id="{0EDC95CB-71FB-6F92-419C-C145990F1D77}"/>
              </a:ext>
            </a:extLst>
          </p:cNvPr>
          <p:cNvSpPr>
            <a:spLocks noGrp="1"/>
          </p:cNvSpPr>
          <p:nvPr>
            <p:ph type="sldNum" sz="quarter" idx="5"/>
          </p:nvPr>
        </p:nvSpPr>
        <p:spPr/>
        <p:txBody>
          <a:bodyPr/>
          <a:lstStyle/>
          <a:p>
            <a:fld id="{8221C085-28C1-4836-9167-F8AA3B17BD3E}" type="slidenum">
              <a:rPr lang="vi-VN" smtClean="0"/>
              <a:t>14</a:t>
            </a:fld>
            <a:endParaRPr lang="vi-VN"/>
          </a:p>
        </p:txBody>
      </p:sp>
    </p:spTree>
    <p:extLst>
      <p:ext uri="{BB962C8B-B14F-4D97-AF65-F5344CB8AC3E}">
        <p14:creationId xmlns:p14="http://schemas.microsoft.com/office/powerpoint/2010/main" val="88612755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8DC701-B1A5-E8C7-78E5-4CE9361D027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26D6F53-45B4-3485-33BB-80E31620B98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7900155-4254-CA66-A218-22337E4E835B}"/>
              </a:ext>
            </a:extLst>
          </p:cNvPr>
          <p:cNvSpPr>
            <a:spLocks noGrp="1"/>
          </p:cNvSpPr>
          <p:nvPr>
            <p:ph type="body" idx="1"/>
          </p:nvPr>
        </p:nvSpPr>
        <p:spPr/>
        <p:txBody>
          <a:bodyPr/>
          <a:lstStyle/>
          <a:p>
            <a:endParaRPr lang="vi-VN"/>
          </a:p>
        </p:txBody>
      </p:sp>
      <p:sp>
        <p:nvSpPr>
          <p:cNvPr id="4" name="Slide Number Placeholder 3">
            <a:extLst>
              <a:ext uri="{FF2B5EF4-FFF2-40B4-BE49-F238E27FC236}">
                <a16:creationId xmlns:a16="http://schemas.microsoft.com/office/drawing/2014/main" id="{0EDC95CB-71FB-6F92-419C-C145990F1D77}"/>
              </a:ext>
            </a:extLst>
          </p:cNvPr>
          <p:cNvSpPr>
            <a:spLocks noGrp="1"/>
          </p:cNvSpPr>
          <p:nvPr>
            <p:ph type="sldNum" sz="quarter" idx="5"/>
          </p:nvPr>
        </p:nvSpPr>
        <p:spPr/>
        <p:txBody>
          <a:bodyPr/>
          <a:lstStyle/>
          <a:p>
            <a:fld id="{8221C085-28C1-4836-9167-F8AA3B17BD3E}" type="slidenum">
              <a:rPr lang="vi-VN" smtClean="0"/>
              <a:t>15</a:t>
            </a:fld>
            <a:endParaRPr lang="vi-VN"/>
          </a:p>
        </p:txBody>
      </p:sp>
    </p:spTree>
    <p:extLst>
      <p:ext uri="{BB962C8B-B14F-4D97-AF65-F5344CB8AC3E}">
        <p14:creationId xmlns:p14="http://schemas.microsoft.com/office/powerpoint/2010/main" val="187325303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8DC701-B1A5-E8C7-78E5-4CE9361D027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26D6F53-45B4-3485-33BB-80E31620B98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7900155-4254-CA66-A218-22337E4E835B}"/>
              </a:ext>
            </a:extLst>
          </p:cNvPr>
          <p:cNvSpPr>
            <a:spLocks noGrp="1"/>
          </p:cNvSpPr>
          <p:nvPr>
            <p:ph type="body" idx="1"/>
          </p:nvPr>
        </p:nvSpPr>
        <p:spPr/>
        <p:txBody>
          <a:bodyPr/>
          <a:lstStyle/>
          <a:p>
            <a:endParaRPr lang="vi-VN"/>
          </a:p>
        </p:txBody>
      </p:sp>
      <p:sp>
        <p:nvSpPr>
          <p:cNvPr id="4" name="Slide Number Placeholder 3">
            <a:extLst>
              <a:ext uri="{FF2B5EF4-FFF2-40B4-BE49-F238E27FC236}">
                <a16:creationId xmlns:a16="http://schemas.microsoft.com/office/drawing/2014/main" id="{0EDC95CB-71FB-6F92-419C-C145990F1D77}"/>
              </a:ext>
            </a:extLst>
          </p:cNvPr>
          <p:cNvSpPr>
            <a:spLocks noGrp="1"/>
          </p:cNvSpPr>
          <p:nvPr>
            <p:ph type="sldNum" sz="quarter" idx="5"/>
          </p:nvPr>
        </p:nvSpPr>
        <p:spPr/>
        <p:txBody>
          <a:bodyPr/>
          <a:lstStyle/>
          <a:p>
            <a:fld id="{8221C085-28C1-4836-9167-F8AA3B17BD3E}" type="slidenum">
              <a:rPr lang="vi-VN" smtClean="0"/>
              <a:t>16</a:t>
            </a:fld>
            <a:endParaRPr lang="vi-VN"/>
          </a:p>
        </p:txBody>
      </p:sp>
    </p:spTree>
    <p:extLst>
      <p:ext uri="{BB962C8B-B14F-4D97-AF65-F5344CB8AC3E}">
        <p14:creationId xmlns:p14="http://schemas.microsoft.com/office/powerpoint/2010/main" val="212515058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a:p>
        </p:txBody>
      </p:sp>
      <p:sp>
        <p:nvSpPr>
          <p:cNvPr id="4" name="Slide Number Placeholder 3"/>
          <p:cNvSpPr>
            <a:spLocks noGrp="1"/>
          </p:cNvSpPr>
          <p:nvPr>
            <p:ph type="sldNum" sz="quarter" idx="5"/>
          </p:nvPr>
        </p:nvSpPr>
        <p:spPr/>
        <p:txBody>
          <a:bodyPr/>
          <a:lstStyle/>
          <a:p>
            <a:fld id="{8221C085-28C1-4836-9167-F8AA3B17BD3E}" type="slidenum">
              <a:rPr lang="vi-VN" smtClean="0"/>
              <a:t>17</a:t>
            </a:fld>
            <a:endParaRPr lang="vi-VN"/>
          </a:p>
        </p:txBody>
      </p:sp>
    </p:spTree>
    <p:extLst>
      <p:ext uri="{BB962C8B-B14F-4D97-AF65-F5344CB8AC3E}">
        <p14:creationId xmlns:p14="http://schemas.microsoft.com/office/powerpoint/2010/main" val="213614880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image" Target="../media/image16.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GiaBa-UTEHY">
    <p:spTree>
      <p:nvGrpSpPr>
        <p:cNvPr id="1" name=""/>
        <p:cNvGrpSpPr/>
        <p:nvPr/>
      </p:nvGrpSpPr>
      <p:grpSpPr>
        <a:xfrm>
          <a:off x="0" y="0"/>
          <a:ext cx="0" cy="0"/>
          <a:chOff x="0" y="0"/>
          <a:chExt cx="0" cy="0"/>
        </a:xfrm>
      </p:grpSpPr>
      <p:pic>
        <p:nvPicPr>
          <p:cNvPr id="20" name="Picture 19" descr="A black background with lines&#10;&#10;Description automatically generated">
            <a:extLst>
              <a:ext uri="{FF2B5EF4-FFF2-40B4-BE49-F238E27FC236}">
                <a16:creationId xmlns:a16="http://schemas.microsoft.com/office/drawing/2014/main" id="{59D5D339-CE54-5D8C-B122-635F33334E9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 y="0"/>
            <a:ext cx="13719239" cy="6858000"/>
          </a:xfrm>
          <a:prstGeom prst="rect">
            <a:avLst/>
          </a:prstGeom>
        </p:spPr>
      </p:pic>
      <p:sp>
        <p:nvSpPr>
          <p:cNvPr id="2" name="Title 1">
            <a:extLst>
              <a:ext uri="{FF2B5EF4-FFF2-40B4-BE49-F238E27FC236}">
                <a16:creationId xmlns:a16="http://schemas.microsoft.com/office/drawing/2014/main" id="{935B4050-F807-0B54-1B29-4E04D94095F5}"/>
              </a:ext>
            </a:extLst>
          </p:cNvPr>
          <p:cNvSpPr>
            <a:spLocks noGrp="1"/>
          </p:cNvSpPr>
          <p:nvPr>
            <p:ph type="ctrTitle"/>
          </p:nvPr>
        </p:nvSpPr>
        <p:spPr>
          <a:xfrm>
            <a:off x="240481" y="1782501"/>
            <a:ext cx="6596991" cy="1405577"/>
          </a:xfrm>
        </p:spPr>
        <p:txBody>
          <a:bodyPr anchor="ctr">
            <a:noAutofit/>
          </a:bodyPr>
          <a:lstStyle>
            <a:lvl1pPr algn="ctr">
              <a:defRPr sz="4800">
                <a:solidFill>
                  <a:schemeClr val="tx1"/>
                </a:solidFill>
                <a:latin typeface="Times New Roman" panose="02020603050405020304" pitchFamily="18" charset="0"/>
                <a:cs typeface="Times New Roman" panose="02020603050405020304" pitchFamily="18" charset="0"/>
              </a:defRPr>
            </a:lvl1pPr>
          </a:lstStyle>
          <a:p>
            <a:r>
              <a:rPr lang="en-US" dirty="0"/>
              <a:t>Click to edit Master title style</a:t>
            </a:r>
          </a:p>
        </p:txBody>
      </p:sp>
      <p:sp>
        <p:nvSpPr>
          <p:cNvPr id="3" name="Subtitle 2">
            <a:extLst>
              <a:ext uri="{FF2B5EF4-FFF2-40B4-BE49-F238E27FC236}">
                <a16:creationId xmlns:a16="http://schemas.microsoft.com/office/drawing/2014/main" id="{9A253E77-CDD6-E9E4-6A22-A5C6BBDCD020}"/>
              </a:ext>
            </a:extLst>
          </p:cNvPr>
          <p:cNvSpPr>
            <a:spLocks noGrp="1"/>
          </p:cNvSpPr>
          <p:nvPr>
            <p:ph type="subTitle" idx="1"/>
          </p:nvPr>
        </p:nvSpPr>
        <p:spPr>
          <a:xfrm>
            <a:off x="217087" y="3582634"/>
            <a:ext cx="6620386" cy="1655762"/>
          </a:xfrm>
        </p:spPr>
        <p:txBody>
          <a:bodyPr anchor="ctr">
            <a:normAutofit/>
          </a:bodyPr>
          <a:lstStyle>
            <a:lvl1pPr marL="0" indent="0" algn="ctr">
              <a:buNone/>
              <a:defRPr sz="2800">
                <a:latin typeface="Times New Roman" panose="02020603050405020304" pitchFamily="18" charset="0"/>
                <a:cs typeface="Times New Roman" panose="02020603050405020304" pitchFamily="18"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4413C27-82F1-76DA-B60D-675E647EC1A2}"/>
              </a:ext>
            </a:extLst>
          </p:cNvPr>
          <p:cNvSpPr>
            <a:spLocks noGrp="1"/>
          </p:cNvSpPr>
          <p:nvPr>
            <p:ph type="dt" sz="half" idx="10"/>
          </p:nvPr>
        </p:nvSpPr>
        <p:spPr/>
        <p:txBody>
          <a:bodyPr/>
          <a:lstStyle>
            <a:lvl1pPr>
              <a:defRPr sz="1400">
                <a:solidFill>
                  <a:schemeClr val="tx1"/>
                </a:solidFill>
                <a:latin typeface="Times New Roman" panose="02020603050405020304" pitchFamily="18" charset="0"/>
                <a:cs typeface="Times New Roman" panose="02020603050405020304" pitchFamily="18" charset="0"/>
              </a:defRPr>
            </a:lvl1pPr>
          </a:lstStyle>
          <a:p>
            <a:fld id="{AD602975-B289-4314-8493-37304AB31C48}" type="datetimeFigureOut">
              <a:rPr lang="en-US" smtClean="0"/>
              <a:pPr/>
              <a:t>9/27/2026</a:t>
            </a:fld>
            <a:endParaRPr lang="en-US"/>
          </a:p>
        </p:txBody>
      </p:sp>
      <p:sp>
        <p:nvSpPr>
          <p:cNvPr id="5" name="Footer Placeholder 4">
            <a:extLst>
              <a:ext uri="{FF2B5EF4-FFF2-40B4-BE49-F238E27FC236}">
                <a16:creationId xmlns:a16="http://schemas.microsoft.com/office/drawing/2014/main" id="{031F657E-DEA8-04F4-AC07-C202848E6FD2}"/>
              </a:ext>
            </a:extLst>
          </p:cNvPr>
          <p:cNvSpPr>
            <a:spLocks noGrp="1"/>
          </p:cNvSpPr>
          <p:nvPr>
            <p:ph type="ftr" sz="quarter" idx="11"/>
          </p:nvPr>
        </p:nvSpPr>
        <p:spPr/>
        <p:txBody>
          <a:bodyPr/>
          <a:lstStyle>
            <a:lvl1pPr>
              <a:defRPr sz="1400">
                <a:solidFill>
                  <a:schemeClr val="tx1"/>
                </a:solidFill>
                <a:latin typeface="Times New Roman" panose="02020603050405020304" pitchFamily="18" charset="0"/>
                <a:cs typeface="Times New Roman" panose="02020603050405020304" pitchFamily="18" charset="0"/>
              </a:defRPr>
            </a:lvl1pPr>
          </a:lstStyle>
          <a:p>
            <a:endParaRPr lang="en-US"/>
          </a:p>
        </p:txBody>
      </p:sp>
      <p:sp>
        <p:nvSpPr>
          <p:cNvPr id="6" name="Slide Number Placeholder 5">
            <a:extLst>
              <a:ext uri="{FF2B5EF4-FFF2-40B4-BE49-F238E27FC236}">
                <a16:creationId xmlns:a16="http://schemas.microsoft.com/office/drawing/2014/main" id="{83797C00-9047-0929-D857-62BD71E64A49}"/>
              </a:ext>
            </a:extLst>
          </p:cNvPr>
          <p:cNvSpPr>
            <a:spLocks noGrp="1"/>
          </p:cNvSpPr>
          <p:nvPr>
            <p:ph type="sldNum" sz="quarter" idx="12"/>
          </p:nvPr>
        </p:nvSpPr>
        <p:spPr>
          <a:xfrm>
            <a:off x="8861164" y="6275903"/>
            <a:ext cx="2743200" cy="365125"/>
          </a:xfrm>
        </p:spPr>
        <p:txBody>
          <a:bodyPr/>
          <a:lstStyle>
            <a:lvl1pPr>
              <a:defRPr sz="1400">
                <a:solidFill>
                  <a:schemeClr val="tx1"/>
                </a:solidFill>
                <a:latin typeface="Times New Roman" panose="02020603050405020304" pitchFamily="18" charset="0"/>
                <a:cs typeface="Times New Roman" panose="02020603050405020304" pitchFamily="18" charset="0"/>
              </a:defRPr>
            </a:lvl1pPr>
          </a:lstStyle>
          <a:p>
            <a:fld id="{61747C95-3AE6-4FC3-BEF5-3AF60B1E4490}" type="slidenum">
              <a:rPr lang="en-US" smtClean="0"/>
              <a:pPr/>
              <a:t>‹#›</a:t>
            </a:fld>
            <a:endParaRPr lang="en-US"/>
          </a:p>
        </p:txBody>
      </p:sp>
      <p:pic>
        <p:nvPicPr>
          <p:cNvPr id="18" name="Picture 17">
            <a:extLst>
              <a:ext uri="{FF2B5EF4-FFF2-40B4-BE49-F238E27FC236}">
                <a16:creationId xmlns:a16="http://schemas.microsoft.com/office/drawing/2014/main" id="{0F6AC47E-7BEC-9CFA-98CC-122A5EFB179F}"/>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73209" y="331948"/>
            <a:ext cx="6464263" cy="699342"/>
          </a:xfrm>
          <a:prstGeom prst="rect">
            <a:avLst/>
          </a:prstGeom>
        </p:spPr>
      </p:pic>
      <p:pic>
        <p:nvPicPr>
          <p:cNvPr id="17" name="Picture 16" descr="A collage of buildings&#10;&#10;Description automatically generated">
            <a:extLst>
              <a:ext uri="{FF2B5EF4-FFF2-40B4-BE49-F238E27FC236}">
                <a16:creationId xmlns:a16="http://schemas.microsoft.com/office/drawing/2014/main" id="{2C926919-0388-D0B2-066B-AC401AA868B1}"/>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6696445" y="426461"/>
            <a:ext cx="5495555" cy="6032004"/>
          </a:xfrm>
          <a:prstGeom prst="rect">
            <a:avLst/>
          </a:prstGeom>
        </p:spPr>
      </p:pic>
    </p:spTree>
    <p:extLst>
      <p:ext uri="{BB962C8B-B14F-4D97-AF65-F5344CB8AC3E}">
        <p14:creationId xmlns:p14="http://schemas.microsoft.com/office/powerpoint/2010/main" val="24081825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1_TRUONG">
    <p:spTree>
      <p:nvGrpSpPr>
        <p:cNvPr id="1" name=""/>
        <p:cNvGrpSpPr/>
        <p:nvPr/>
      </p:nvGrpSpPr>
      <p:grpSpPr>
        <a:xfrm>
          <a:off x="0" y="0"/>
          <a:ext cx="0" cy="0"/>
          <a:chOff x="0" y="0"/>
          <a:chExt cx="0" cy="0"/>
        </a:xfrm>
      </p:grpSpPr>
      <p:pic>
        <p:nvPicPr>
          <p:cNvPr id="20" name="Picture 19" descr="A black background with lines&#10;&#10;Description automatically generated">
            <a:extLst>
              <a:ext uri="{FF2B5EF4-FFF2-40B4-BE49-F238E27FC236}">
                <a16:creationId xmlns:a16="http://schemas.microsoft.com/office/drawing/2014/main" id="{59D5D339-CE54-5D8C-B122-635F33334E9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 y="0"/>
            <a:ext cx="13719239" cy="6858000"/>
          </a:xfrm>
          <a:prstGeom prst="rect">
            <a:avLst/>
          </a:prstGeom>
        </p:spPr>
      </p:pic>
      <p:sp>
        <p:nvSpPr>
          <p:cNvPr id="2" name="Title 1">
            <a:extLst>
              <a:ext uri="{FF2B5EF4-FFF2-40B4-BE49-F238E27FC236}">
                <a16:creationId xmlns:a16="http://schemas.microsoft.com/office/drawing/2014/main" id="{935B4050-F807-0B54-1B29-4E04D94095F5}"/>
              </a:ext>
            </a:extLst>
          </p:cNvPr>
          <p:cNvSpPr>
            <a:spLocks noGrp="1"/>
          </p:cNvSpPr>
          <p:nvPr>
            <p:ph type="ctrTitle"/>
          </p:nvPr>
        </p:nvSpPr>
        <p:spPr>
          <a:xfrm>
            <a:off x="240481" y="1782501"/>
            <a:ext cx="6596991" cy="1405577"/>
          </a:xfrm>
        </p:spPr>
        <p:txBody>
          <a:bodyPr anchor="ctr">
            <a:noAutofit/>
          </a:bodyPr>
          <a:lstStyle>
            <a:lvl1pPr algn="ctr">
              <a:defRPr sz="4800">
                <a:solidFill>
                  <a:schemeClr val="tx1"/>
                </a:solidFill>
                <a:latin typeface="Times New Roman" panose="02020603050405020304" pitchFamily="18" charset="0"/>
                <a:cs typeface="Times New Roman" panose="02020603050405020304" pitchFamily="18" charset="0"/>
              </a:defRPr>
            </a:lvl1pPr>
          </a:lstStyle>
          <a:p>
            <a:r>
              <a:rPr lang="en-US" dirty="0"/>
              <a:t>Click to edit Master title style</a:t>
            </a:r>
          </a:p>
        </p:txBody>
      </p:sp>
      <p:sp>
        <p:nvSpPr>
          <p:cNvPr id="3" name="Subtitle 2">
            <a:extLst>
              <a:ext uri="{FF2B5EF4-FFF2-40B4-BE49-F238E27FC236}">
                <a16:creationId xmlns:a16="http://schemas.microsoft.com/office/drawing/2014/main" id="{9A253E77-CDD6-E9E4-6A22-A5C6BBDCD020}"/>
              </a:ext>
            </a:extLst>
          </p:cNvPr>
          <p:cNvSpPr>
            <a:spLocks noGrp="1"/>
          </p:cNvSpPr>
          <p:nvPr>
            <p:ph type="subTitle" idx="1"/>
          </p:nvPr>
        </p:nvSpPr>
        <p:spPr>
          <a:xfrm>
            <a:off x="217087" y="3582634"/>
            <a:ext cx="6620386" cy="1655762"/>
          </a:xfrm>
        </p:spPr>
        <p:txBody>
          <a:bodyPr anchor="ctr">
            <a:normAutofit/>
          </a:bodyPr>
          <a:lstStyle>
            <a:lvl1pPr marL="0" indent="0" algn="ctr">
              <a:buNone/>
              <a:defRPr sz="2800">
                <a:latin typeface="Times New Roman" panose="02020603050405020304" pitchFamily="18" charset="0"/>
                <a:cs typeface="Times New Roman" panose="02020603050405020304" pitchFamily="18"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4413C27-82F1-76DA-B60D-675E647EC1A2}"/>
              </a:ext>
            </a:extLst>
          </p:cNvPr>
          <p:cNvSpPr>
            <a:spLocks noGrp="1"/>
          </p:cNvSpPr>
          <p:nvPr>
            <p:ph type="dt" sz="half" idx="10"/>
          </p:nvPr>
        </p:nvSpPr>
        <p:spPr/>
        <p:txBody>
          <a:bodyPr/>
          <a:lstStyle>
            <a:lvl1pPr>
              <a:defRPr sz="1400">
                <a:solidFill>
                  <a:schemeClr val="tx1"/>
                </a:solidFill>
                <a:latin typeface="Times New Roman" panose="02020603050405020304" pitchFamily="18" charset="0"/>
                <a:cs typeface="Times New Roman" panose="02020603050405020304" pitchFamily="18" charset="0"/>
              </a:defRPr>
            </a:lvl1pPr>
          </a:lstStyle>
          <a:p>
            <a:fld id="{AD602975-B289-4314-8493-37304AB31C48}" type="datetimeFigureOut">
              <a:rPr lang="en-US" smtClean="0"/>
              <a:pPr/>
              <a:t>9/27/2026</a:t>
            </a:fld>
            <a:endParaRPr lang="en-US"/>
          </a:p>
        </p:txBody>
      </p:sp>
      <p:sp>
        <p:nvSpPr>
          <p:cNvPr id="5" name="Footer Placeholder 4">
            <a:extLst>
              <a:ext uri="{FF2B5EF4-FFF2-40B4-BE49-F238E27FC236}">
                <a16:creationId xmlns:a16="http://schemas.microsoft.com/office/drawing/2014/main" id="{031F657E-DEA8-04F4-AC07-C202848E6FD2}"/>
              </a:ext>
            </a:extLst>
          </p:cNvPr>
          <p:cNvSpPr>
            <a:spLocks noGrp="1"/>
          </p:cNvSpPr>
          <p:nvPr>
            <p:ph type="ftr" sz="quarter" idx="11"/>
          </p:nvPr>
        </p:nvSpPr>
        <p:spPr/>
        <p:txBody>
          <a:bodyPr/>
          <a:lstStyle>
            <a:lvl1pPr>
              <a:defRPr sz="1400">
                <a:solidFill>
                  <a:schemeClr val="tx1"/>
                </a:solidFill>
                <a:latin typeface="Times New Roman" panose="02020603050405020304" pitchFamily="18" charset="0"/>
                <a:cs typeface="Times New Roman" panose="02020603050405020304" pitchFamily="18" charset="0"/>
              </a:defRPr>
            </a:lvl1pPr>
          </a:lstStyle>
          <a:p>
            <a:endParaRPr lang="en-US"/>
          </a:p>
        </p:txBody>
      </p:sp>
      <p:sp>
        <p:nvSpPr>
          <p:cNvPr id="6" name="Slide Number Placeholder 5">
            <a:extLst>
              <a:ext uri="{FF2B5EF4-FFF2-40B4-BE49-F238E27FC236}">
                <a16:creationId xmlns:a16="http://schemas.microsoft.com/office/drawing/2014/main" id="{83797C00-9047-0929-D857-62BD71E64A49}"/>
              </a:ext>
            </a:extLst>
          </p:cNvPr>
          <p:cNvSpPr>
            <a:spLocks noGrp="1"/>
          </p:cNvSpPr>
          <p:nvPr>
            <p:ph type="sldNum" sz="quarter" idx="12"/>
          </p:nvPr>
        </p:nvSpPr>
        <p:spPr>
          <a:xfrm>
            <a:off x="8861164" y="6275903"/>
            <a:ext cx="2743200" cy="365125"/>
          </a:xfrm>
        </p:spPr>
        <p:txBody>
          <a:bodyPr/>
          <a:lstStyle>
            <a:lvl1pPr>
              <a:defRPr sz="1400">
                <a:solidFill>
                  <a:schemeClr val="tx1"/>
                </a:solidFill>
                <a:latin typeface="Times New Roman" panose="02020603050405020304" pitchFamily="18" charset="0"/>
                <a:cs typeface="Times New Roman" panose="02020603050405020304" pitchFamily="18" charset="0"/>
              </a:defRPr>
            </a:lvl1pPr>
          </a:lstStyle>
          <a:p>
            <a:fld id="{61747C95-3AE6-4FC3-BEF5-3AF60B1E4490}" type="slidenum">
              <a:rPr lang="en-US" smtClean="0"/>
              <a:pPr/>
              <a:t>‹#›</a:t>
            </a:fld>
            <a:endParaRPr lang="en-US"/>
          </a:p>
        </p:txBody>
      </p:sp>
      <p:pic>
        <p:nvPicPr>
          <p:cNvPr id="18" name="Picture 17">
            <a:extLst>
              <a:ext uri="{FF2B5EF4-FFF2-40B4-BE49-F238E27FC236}">
                <a16:creationId xmlns:a16="http://schemas.microsoft.com/office/drawing/2014/main" id="{0F6AC47E-7BEC-9CFA-98CC-122A5EFB179F}"/>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73209" y="331948"/>
            <a:ext cx="6464263" cy="699342"/>
          </a:xfrm>
          <a:prstGeom prst="rect">
            <a:avLst/>
          </a:prstGeom>
        </p:spPr>
      </p:pic>
      <p:pic>
        <p:nvPicPr>
          <p:cNvPr id="17" name="Picture 16" descr="A collage of buildings&#10;&#10;Description automatically generated">
            <a:extLst>
              <a:ext uri="{FF2B5EF4-FFF2-40B4-BE49-F238E27FC236}">
                <a16:creationId xmlns:a16="http://schemas.microsoft.com/office/drawing/2014/main" id="{2C926919-0388-D0B2-066B-AC401AA868B1}"/>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6696445" y="426461"/>
            <a:ext cx="5495555" cy="6032004"/>
          </a:xfrm>
          <a:prstGeom prst="rect">
            <a:avLst/>
          </a:prstGeom>
        </p:spPr>
      </p:pic>
    </p:spTree>
    <p:extLst>
      <p:ext uri="{BB962C8B-B14F-4D97-AF65-F5344CB8AC3E}">
        <p14:creationId xmlns:p14="http://schemas.microsoft.com/office/powerpoint/2010/main" val="37131389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KHOA CƠ KHÍ">
    <p:spTree>
      <p:nvGrpSpPr>
        <p:cNvPr id="1" name=""/>
        <p:cNvGrpSpPr/>
        <p:nvPr/>
      </p:nvGrpSpPr>
      <p:grpSpPr>
        <a:xfrm>
          <a:off x="0" y="0"/>
          <a:ext cx="0" cy="0"/>
          <a:chOff x="0" y="0"/>
          <a:chExt cx="0" cy="0"/>
        </a:xfrm>
      </p:grpSpPr>
      <p:pic>
        <p:nvPicPr>
          <p:cNvPr id="20" name="Picture 19" descr="A black background with lines&#10;&#10;Description automatically generated">
            <a:extLst>
              <a:ext uri="{FF2B5EF4-FFF2-40B4-BE49-F238E27FC236}">
                <a16:creationId xmlns:a16="http://schemas.microsoft.com/office/drawing/2014/main" id="{59D5D339-CE54-5D8C-B122-635F33334E9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 y="0"/>
            <a:ext cx="13719239" cy="6858000"/>
          </a:xfrm>
          <a:prstGeom prst="rect">
            <a:avLst/>
          </a:prstGeom>
        </p:spPr>
      </p:pic>
      <p:sp>
        <p:nvSpPr>
          <p:cNvPr id="2" name="Title 1">
            <a:extLst>
              <a:ext uri="{FF2B5EF4-FFF2-40B4-BE49-F238E27FC236}">
                <a16:creationId xmlns:a16="http://schemas.microsoft.com/office/drawing/2014/main" id="{935B4050-F807-0B54-1B29-4E04D94095F5}"/>
              </a:ext>
            </a:extLst>
          </p:cNvPr>
          <p:cNvSpPr>
            <a:spLocks noGrp="1"/>
          </p:cNvSpPr>
          <p:nvPr>
            <p:ph type="ctrTitle"/>
          </p:nvPr>
        </p:nvSpPr>
        <p:spPr>
          <a:xfrm>
            <a:off x="240481" y="1782501"/>
            <a:ext cx="6596991" cy="1405577"/>
          </a:xfrm>
        </p:spPr>
        <p:txBody>
          <a:bodyPr anchor="ctr">
            <a:noAutofit/>
          </a:bodyPr>
          <a:lstStyle>
            <a:lvl1pPr algn="ctr">
              <a:defRPr sz="4800">
                <a:solidFill>
                  <a:schemeClr val="tx1"/>
                </a:solidFill>
                <a:latin typeface="Times New Roman" panose="02020603050405020304" pitchFamily="18" charset="0"/>
                <a:cs typeface="Times New Roman" panose="02020603050405020304" pitchFamily="18" charset="0"/>
              </a:defRPr>
            </a:lvl1pPr>
          </a:lstStyle>
          <a:p>
            <a:r>
              <a:rPr lang="en-US" dirty="0"/>
              <a:t>Click to edit Master title style</a:t>
            </a:r>
          </a:p>
        </p:txBody>
      </p:sp>
      <p:sp>
        <p:nvSpPr>
          <p:cNvPr id="3" name="Subtitle 2">
            <a:extLst>
              <a:ext uri="{FF2B5EF4-FFF2-40B4-BE49-F238E27FC236}">
                <a16:creationId xmlns:a16="http://schemas.microsoft.com/office/drawing/2014/main" id="{9A253E77-CDD6-E9E4-6A22-A5C6BBDCD020}"/>
              </a:ext>
            </a:extLst>
          </p:cNvPr>
          <p:cNvSpPr>
            <a:spLocks noGrp="1"/>
          </p:cNvSpPr>
          <p:nvPr>
            <p:ph type="subTitle" idx="1"/>
          </p:nvPr>
        </p:nvSpPr>
        <p:spPr>
          <a:xfrm>
            <a:off x="217087" y="3582634"/>
            <a:ext cx="6620386" cy="1655762"/>
          </a:xfrm>
        </p:spPr>
        <p:txBody>
          <a:bodyPr anchor="ctr">
            <a:normAutofit/>
          </a:bodyPr>
          <a:lstStyle>
            <a:lvl1pPr marL="0" indent="0" algn="ctr">
              <a:buNone/>
              <a:defRPr sz="2800">
                <a:latin typeface="Times New Roman" panose="02020603050405020304" pitchFamily="18" charset="0"/>
                <a:cs typeface="Times New Roman" panose="02020603050405020304" pitchFamily="18"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4413C27-82F1-76DA-B60D-675E647EC1A2}"/>
              </a:ext>
            </a:extLst>
          </p:cNvPr>
          <p:cNvSpPr>
            <a:spLocks noGrp="1"/>
          </p:cNvSpPr>
          <p:nvPr>
            <p:ph type="dt" sz="half" idx="10"/>
          </p:nvPr>
        </p:nvSpPr>
        <p:spPr/>
        <p:txBody>
          <a:bodyPr/>
          <a:lstStyle>
            <a:lvl1pPr>
              <a:defRPr sz="1400">
                <a:solidFill>
                  <a:schemeClr val="tx1"/>
                </a:solidFill>
                <a:latin typeface="Times New Roman" panose="02020603050405020304" pitchFamily="18" charset="0"/>
                <a:cs typeface="Times New Roman" panose="02020603050405020304" pitchFamily="18" charset="0"/>
              </a:defRPr>
            </a:lvl1pPr>
          </a:lstStyle>
          <a:p>
            <a:fld id="{AD602975-B289-4314-8493-37304AB31C48}" type="datetimeFigureOut">
              <a:rPr lang="en-US" smtClean="0"/>
              <a:pPr/>
              <a:t>9/27/2026</a:t>
            </a:fld>
            <a:endParaRPr lang="en-US"/>
          </a:p>
        </p:txBody>
      </p:sp>
      <p:sp>
        <p:nvSpPr>
          <p:cNvPr id="5" name="Footer Placeholder 4">
            <a:extLst>
              <a:ext uri="{FF2B5EF4-FFF2-40B4-BE49-F238E27FC236}">
                <a16:creationId xmlns:a16="http://schemas.microsoft.com/office/drawing/2014/main" id="{031F657E-DEA8-04F4-AC07-C202848E6FD2}"/>
              </a:ext>
            </a:extLst>
          </p:cNvPr>
          <p:cNvSpPr>
            <a:spLocks noGrp="1"/>
          </p:cNvSpPr>
          <p:nvPr>
            <p:ph type="ftr" sz="quarter" idx="11"/>
          </p:nvPr>
        </p:nvSpPr>
        <p:spPr/>
        <p:txBody>
          <a:bodyPr/>
          <a:lstStyle>
            <a:lvl1pPr>
              <a:defRPr sz="1400">
                <a:solidFill>
                  <a:schemeClr val="tx1"/>
                </a:solidFill>
                <a:latin typeface="Times New Roman" panose="02020603050405020304" pitchFamily="18" charset="0"/>
                <a:cs typeface="Times New Roman" panose="02020603050405020304" pitchFamily="18" charset="0"/>
              </a:defRPr>
            </a:lvl1pPr>
          </a:lstStyle>
          <a:p>
            <a:endParaRPr lang="en-US"/>
          </a:p>
        </p:txBody>
      </p:sp>
      <p:sp>
        <p:nvSpPr>
          <p:cNvPr id="6" name="Slide Number Placeholder 5">
            <a:extLst>
              <a:ext uri="{FF2B5EF4-FFF2-40B4-BE49-F238E27FC236}">
                <a16:creationId xmlns:a16="http://schemas.microsoft.com/office/drawing/2014/main" id="{83797C00-9047-0929-D857-62BD71E64A49}"/>
              </a:ext>
            </a:extLst>
          </p:cNvPr>
          <p:cNvSpPr>
            <a:spLocks noGrp="1"/>
          </p:cNvSpPr>
          <p:nvPr>
            <p:ph type="sldNum" sz="quarter" idx="12"/>
          </p:nvPr>
        </p:nvSpPr>
        <p:spPr>
          <a:xfrm>
            <a:off x="8861164" y="6275903"/>
            <a:ext cx="2743200" cy="365125"/>
          </a:xfrm>
        </p:spPr>
        <p:txBody>
          <a:bodyPr/>
          <a:lstStyle>
            <a:lvl1pPr>
              <a:defRPr sz="1400">
                <a:solidFill>
                  <a:schemeClr val="tx1"/>
                </a:solidFill>
                <a:latin typeface="Times New Roman" panose="02020603050405020304" pitchFamily="18" charset="0"/>
                <a:cs typeface="Times New Roman" panose="02020603050405020304" pitchFamily="18" charset="0"/>
              </a:defRPr>
            </a:lvl1pPr>
          </a:lstStyle>
          <a:p>
            <a:fld id="{61747C95-3AE6-4FC3-BEF5-3AF60B1E4490}" type="slidenum">
              <a:rPr lang="en-US" smtClean="0"/>
              <a:pPr/>
              <a:t>‹#›</a:t>
            </a:fld>
            <a:endParaRPr lang="en-US"/>
          </a:p>
        </p:txBody>
      </p:sp>
      <p:pic>
        <p:nvPicPr>
          <p:cNvPr id="18" name="Picture 17">
            <a:extLst>
              <a:ext uri="{FF2B5EF4-FFF2-40B4-BE49-F238E27FC236}">
                <a16:creationId xmlns:a16="http://schemas.microsoft.com/office/drawing/2014/main" id="{0F6AC47E-7BEC-9CFA-98CC-122A5EFB179F}"/>
              </a:ext>
            </a:extLst>
          </p:cNvPr>
          <p:cNvPicPr>
            <a:picLocks noChangeAspect="1"/>
          </p:cNvPicPr>
          <p:nvPr userDrawn="1"/>
        </p:nvPicPr>
        <p:blipFill>
          <a:blip r:embed="rId3" cstate="hqprint">
            <a:extLst>
              <a:ext uri="{28A0092B-C50C-407E-A947-70E740481C1C}">
                <a14:useLocalDpi xmlns:a14="http://schemas.microsoft.com/office/drawing/2010/main" val="0"/>
              </a:ext>
            </a:extLst>
          </a:blip>
          <a:srcRect/>
          <a:stretch/>
        </p:blipFill>
        <p:spPr>
          <a:xfrm>
            <a:off x="433172" y="338683"/>
            <a:ext cx="6048826" cy="831027"/>
          </a:xfrm>
          <a:prstGeom prst="rect">
            <a:avLst/>
          </a:prstGeom>
        </p:spPr>
      </p:pic>
      <p:pic>
        <p:nvPicPr>
          <p:cNvPr id="17" name="Picture 16" descr="A collage of buildings&#10;&#10;Description automatically generated">
            <a:extLst>
              <a:ext uri="{FF2B5EF4-FFF2-40B4-BE49-F238E27FC236}">
                <a16:creationId xmlns:a16="http://schemas.microsoft.com/office/drawing/2014/main" id="{2C926919-0388-D0B2-066B-AC401AA868B1}"/>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6696445" y="426461"/>
            <a:ext cx="5495555" cy="6032004"/>
          </a:xfrm>
          <a:prstGeom prst="rect">
            <a:avLst/>
          </a:prstGeom>
        </p:spPr>
      </p:pic>
    </p:spTree>
    <p:extLst>
      <p:ext uri="{BB962C8B-B14F-4D97-AF65-F5344CB8AC3E}">
        <p14:creationId xmlns:p14="http://schemas.microsoft.com/office/powerpoint/2010/main" val="13399705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KHOA CKDL">
    <p:spTree>
      <p:nvGrpSpPr>
        <p:cNvPr id="1" name=""/>
        <p:cNvGrpSpPr/>
        <p:nvPr/>
      </p:nvGrpSpPr>
      <p:grpSpPr>
        <a:xfrm>
          <a:off x="0" y="0"/>
          <a:ext cx="0" cy="0"/>
          <a:chOff x="0" y="0"/>
          <a:chExt cx="0" cy="0"/>
        </a:xfrm>
      </p:grpSpPr>
      <p:pic>
        <p:nvPicPr>
          <p:cNvPr id="20" name="Picture 19" descr="A black background with lines&#10;&#10;Description automatically generated">
            <a:extLst>
              <a:ext uri="{FF2B5EF4-FFF2-40B4-BE49-F238E27FC236}">
                <a16:creationId xmlns:a16="http://schemas.microsoft.com/office/drawing/2014/main" id="{59D5D339-CE54-5D8C-B122-635F33334E9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 y="0"/>
            <a:ext cx="13719239" cy="6858000"/>
          </a:xfrm>
          <a:prstGeom prst="rect">
            <a:avLst/>
          </a:prstGeom>
        </p:spPr>
      </p:pic>
      <p:sp>
        <p:nvSpPr>
          <p:cNvPr id="2" name="Title 1">
            <a:extLst>
              <a:ext uri="{FF2B5EF4-FFF2-40B4-BE49-F238E27FC236}">
                <a16:creationId xmlns:a16="http://schemas.microsoft.com/office/drawing/2014/main" id="{935B4050-F807-0B54-1B29-4E04D94095F5}"/>
              </a:ext>
            </a:extLst>
          </p:cNvPr>
          <p:cNvSpPr>
            <a:spLocks noGrp="1"/>
          </p:cNvSpPr>
          <p:nvPr>
            <p:ph type="ctrTitle"/>
          </p:nvPr>
        </p:nvSpPr>
        <p:spPr>
          <a:xfrm>
            <a:off x="240481" y="1782501"/>
            <a:ext cx="6596991" cy="1405577"/>
          </a:xfrm>
        </p:spPr>
        <p:txBody>
          <a:bodyPr anchor="ctr">
            <a:noAutofit/>
          </a:bodyPr>
          <a:lstStyle>
            <a:lvl1pPr algn="ctr">
              <a:defRPr sz="4800">
                <a:solidFill>
                  <a:schemeClr val="tx1"/>
                </a:solidFill>
                <a:latin typeface="Times New Roman" panose="02020603050405020304" pitchFamily="18" charset="0"/>
                <a:cs typeface="Times New Roman" panose="02020603050405020304" pitchFamily="18" charset="0"/>
              </a:defRPr>
            </a:lvl1pPr>
          </a:lstStyle>
          <a:p>
            <a:r>
              <a:rPr lang="en-US" dirty="0"/>
              <a:t>Click to edit Master title style</a:t>
            </a:r>
          </a:p>
        </p:txBody>
      </p:sp>
      <p:sp>
        <p:nvSpPr>
          <p:cNvPr id="3" name="Subtitle 2">
            <a:extLst>
              <a:ext uri="{FF2B5EF4-FFF2-40B4-BE49-F238E27FC236}">
                <a16:creationId xmlns:a16="http://schemas.microsoft.com/office/drawing/2014/main" id="{9A253E77-CDD6-E9E4-6A22-A5C6BBDCD020}"/>
              </a:ext>
            </a:extLst>
          </p:cNvPr>
          <p:cNvSpPr>
            <a:spLocks noGrp="1"/>
          </p:cNvSpPr>
          <p:nvPr>
            <p:ph type="subTitle" idx="1"/>
          </p:nvPr>
        </p:nvSpPr>
        <p:spPr>
          <a:xfrm>
            <a:off x="217087" y="3582634"/>
            <a:ext cx="6620386" cy="1655762"/>
          </a:xfrm>
        </p:spPr>
        <p:txBody>
          <a:bodyPr anchor="ctr">
            <a:normAutofit/>
          </a:bodyPr>
          <a:lstStyle>
            <a:lvl1pPr marL="0" indent="0" algn="ctr">
              <a:buNone/>
              <a:defRPr sz="2800">
                <a:latin typeface="Times New Roman" panose="02020603050405020304" pitchFamily="18" charset="0"/>
                <a:cs typeface="Times New Roman" panose="02020603050405020304" pitchFamily="18"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4413C27-82F1-76DA-B60D-675E647EC1A2}"/>
              </a:ext>
            </a:extLst>
          </p:cNvPr>
          <p:cNvSpPr>
            <a:spLocks noGrp="1"/>
          </p:cNvSpPr>
          <p:nvPr>
            <p:ph type="dt" sz="half" idx="10"/>
          </p:nvPr>
        </p:nvSpPr>
        <p:spPr/>
        <p:txBody>
          <a:bodyPr/>
          <a:lstStyle>
            <a:lvl1pPr>
              <a:defRPr sz="1400">
                <a:solidFill>
                  <a:schemeClr val="tx1"/>
                </a:solidFill>
                <a:latin typeface="Times New Roman" panose="02020603050405020304" pitchFamily="18" charset="0"/>
                <a:cs typeface="Times New Roman" panose="02020603050405020304" pitchFamily="18" charset="0"/>
              </a:defRPr>
            </a:lvl1pPr>
          </a:lstStyle>
          <a:p>
            <a:fld id="{AD602975-B289-4314-8493-37304AB31C48}" type="datetimeFigureOut">
              <a:rPr lang="en-US" smtClean="0"/>
              <a:pPr/>
              <a:t>9/27/2026</a:t>
            </a:fld>
            <a:endParaRPr lang="en-US"/>
          </a:p>
        </p:txBody>
      </p:sp>
      <p:sp>
        <p:nvSpPr>
          <p:cNvPr id="5" name="Footer Placeholder 4">
            <a:extLst>
              <a:ext uri="{FF2B5EF4-FFF2-40B4-BE49-F238E27FC236}">
                <a16:creationId xmlns:a16="http://schemas.microsoft.com/office/drawing/2014/main" id="{031F657E-DEA8-04F4-AC07-C202848E6FD2}"/>
              </a:ext>
            </a:extLst>
          </p:cNvPr>
          <p:cNvSpPr>
            <a:spLocks noGrp="1"/>
          </p:cNvSpPr>
          <p:nvPr>
            <p:ph type="ftr" sz="quarter" idx="11"/>
          </p:nvPr>
        </p:nvSpPr>
        <p:spPr/>
        <p:txBody>
          <a:bodyPr/>
          <a:lstStyle>
            <a:lvl1pPr>
              <a:defRPr sz="1400">
                <a:solidFill>
                  <a:schemeClr val="tx1"/>
                </a:solidFill>
                <a:latin typeface="Times New Roman" panose="02020603050405020304" pitchFamily="18" charset="0"/>
                <a:cs typeface="Times New Roman" panose="02020603050405020304" pitchFamily="18" charset="0"/>
              </a:defRPr>
            </a:lvl1pPr>
          </a:lstStyle>
          <a:p>
            <a:endParaRPr lang="en-US"/>
          </a:p>
        </p:txBody>
      </p:sp>
      <p:sp>
        <p:nvSpPr>
          <p:cNvPr id="6" name="Slide Number Placeholder 5">
            <a:extLst>
              <a:ext uri="{FF2B5EF4-FFF2-40B4-BE49-F238E27FC236}">
                <a16:creationId xmlns:a16="http://schemas.microsoft.com/office/drawing/2014/main" id="{83797C00-9047-0929-D857-62BD71E64A49}"/>
              </a:ext>
            </a:extLst>
          </p:cNvPr>
          <p:cNvSpPr>
            <a:spLocks noGrp="1"/>
          </p:cNvSpPr>
          <p:nvPr>
            <p:ph type="sldNum" sz="quarter" idx="12"/>
          </p:nvPr>
        </p:nvSpPr>
        <p:spPr>
          <a:xfrm>
            <a:off x="8861164" y="6275903"/>
            <a:ext cx="2743200" cy="365125"/>
          </a:xfrm>
        </p:spPr>
        <p:txBody>
          <a:bodyPr/>
          <a:lstStyle>
            <a:lvl1pPr>
              <a:defRPr sz="1400">
                <a:solidFill>
                  <a:schemeClr val="tx1"/>
                </a:solidFill>
                <a:latin typeface="Times New Roman" panose="02020603050405020304" pitchFamily="18" charset="0"/>
                <a:cs typeface="Times New Roman" panose="02020603050405020304" pitchFamily="18" charset="0"/>
              </a:defRPr>
            </a:lvl1pPr>
          </a:lstStyle>
          <a:p>
            <a:fld id="{61747C95-3AE6-4FC3-BEF5-3AF60B1E4490}" type="slidenum">
              <a:rPr lang="en-US" smtClean="0"/>
              <a:pPr/>
              <a:t>‹#›</a:t>
            </a:fld>
            <a:endParaRPr lang="en-US"/>
          </a:p>
        </p:txBody>
      </p:sp>
      <p:pic>
        <p:nvPicPr>
          <p:cNvPr id="18" name="Picture 17">
            <a:extLst>
              <a:ext uri="{FF2B5EF4-FFF2-40B4-BE49-F238E27FC236}">
                <a16:creationId xmlns:a16="http://schemas.microsoft.com/office/drawing/2014/main" id="{0F6AC47E-7BEC-9CFA-98CC-122A5EFB179F}"/>
              </a:ext>
            </a:extLst>
          </p:cNvPr>
          <p:cNvPicPr>
            <a:picLocks noChangeAspect="1"/>
          </p:cNvPicPr>
          <p:nvPr userDrawn="1"/>
        </p:nvPicPr>
        <p:blipFill>
          <a:blip r:embed="rId3" cstate="hqprint">
            <a:extLst>
              <a:ext uri="{28A0092B-C50C-407E-A947-70E740481C1C}">
                <a14:useLocalDpi xmlns:a14="http://schemas.microsoft.com/office/drawing/2010/main" val="0"/>
              </a:ext>
            </a:extLst>
          </a:blip>
          <a:srcRect/>
          <a:stretch/>
        </p:blipFill>
        <p:spPr>
          <a:xfrm>
            <a:off x="433172" y="329805"/>
            <a:ext cx="6048826" cy="831026"/>
          </a:xfrm>
          <a:prstGeom prst="rect">
            <a:avLst/>
          </a:prstGeom>
        </p:spPr>
      </p:pic>
      <p:pic>
        <p:nvPicPr>
          <p:cNvPr id="17" name="Picture 16" descr="A collage of buildings&#10;&#10;Description automatically generated">
            <a:extLst>
              <a:ext uri="{FF2B5EF4-FFF2-40B4-BE49-F238E27FC236}">
                <a16:creationId xmlns:a16="http://schemas.microsoft.com/office/drawing/2014/main" id="{2C926919-0388-D0B2-066B-AC401AA868B1}"/>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6696445" y="426461"/>
            <a:ext cx="5495555" cy="6032004"/>
          </a:xfrm>
          <a:prstGeom prst="rect">
            <a:avLst/>
          </a:prstGeom>
        </p:spPr>
      </p:pic>
    </p:spTree>
    <p:extLst>
      <p:ext uri="{BB962C8B-B14F-4D97-AF65-F5344CB8AC3E}">
        <p14:creationId xmlns:p14="http://schemas.microsoft.com/office/powerpoint/2010/main" val="8795025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CN May &amp;TT">
    <p:spTree>
      <p:nvGrpSpPr>
        <p:cNvPr id="1" name=""/>
        <p:cNvGrpSpPr/>
        <p:nvPr/>
      </p:nvGrpSpPr>
      <p:grpSpPr>
        <a:xfrm>
          <a:off x="0" y="0"/>
          <a:ext cx="0" cy="0"/>
          <a:chOff x="0" y="0"/>
          <a:chExt cx="0" cy="0"/>
        </a:xfrm>
      </p:grpSpPr>
      <p:pic>
        <p:nvPicPr>
          <p:cNvPr id="20" name="Picture 19" descr="A black background with lines&#10;&#10;Description automatically generated">
            <a:extLst>
              <a:ext uri="{FF2B5EF4-FFF2-40B4-BE49-F238E27FC236}">
                <a16:creationId xmlns:a16="http://schemas.microsoft.com/office/drawing/2014/main" id="{59D5D339-CE54-5D8C-B122-635F33334E9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 y="0"/>
            <a:ext cx="13719239" cy="6858000"/>
          </a:xfrm>
          <a:prstGeom prst="rect">
            <a:avLst/>
          </a:prstGeom>
        </p:spPr>
      </p:pic>
      <p:sp>
        <p:nvSpPr>
          <p:cNvPr id="2" name="Title 1">
            <a:extLst>
              <a:ext uri="{FF2B5EF4-FFF2-40B4-BE49-F238E27FC236}">
                <a16:creationId xmlns:a16="http://schemas.microsoft.com/office/drawing/2014/main" id="{935B4050-F807-0B54-1B29-4E04D94095F5}"/>
              </a:ext>
            </a:extLst>
          </p:cNvPr>
          <p:cNvSpPr>
            <a:spLocks noGrp="1"/>
          </p:cNvSpPr>
          <p:nvPr>
            <p:ph type="ctrTitle"/>
          </p:nvPr>
        </p:nvSpPr>
        <p:spPr>
          <a:xfrm>
            <a:off x="240481" y="1782501"/>
            <a:ext cx="6596991" cy="1405577"/>
          </a:xfrm>
        </p:spPr>
        <p:txBody>
          <a:bodyPr anchor="ctr">
            <a:noAutofit/>
          </a:bodyPr>
          <a:lstStyle>
            <a:lvl1pPr algn="ctr">
              <a:defRPr sz="4800">
                <a:solidFill>
                  <a:schemeClr val="tx1"/>
                </a:solidFill>
                <a:latin typeface="Times New Roman" panose="02020603050405020304" pitchFamily="18" charset="0"/>
                <a:cs typeface="Times New Roman" panose="02020603050405020304" pitchFamily="18" charset="0"/>
              </a:defRPr>
            </a:lvl1pPr>
          </a:lstStyle>
          <a:p>
            <a:r>
              <a:rPr lang="en-US" dirty="0"/>
              <a:t>Click to edit Master title style</a:t>
            </a:r>
          </a:p>
        </p:txBody>
      </p:sp>
      <p:sp>
        <p:nvSpPr>
          <p:cNvPr id="3" name="Subtitle 2">
            <a:extLst>
              <a:ext uri="{FF2B5EF4-FFF2-40B4-BE49-F238E27FC236}">
                <a16:creationId xmlns:a16="http://schemas.microsoft.com/office/drawing/2014/main" id="{9A253E77-CDD6-E9E4-6A22-A5C6BBDCD020}"/>
              </a:ext>
            </a:extLst>
          </p:cNvPr>
          <p:cNvSpPr>
            <a:spLocks noGrp="1"/>
          </p:cNvSpPr>
          <p:nvPr>
            <p:ph type="subTitle" idx="1"/>
          </p:nvPr>
        </p:nvSpPr>
        <p:spPr>
          <a:xfrm>
            <a:off x="217087" y="3582634"/>
            <a:ext cx="6620386" cy="1655762"/>
          </a:xfrm>
        </p:spPr>
        <p:txBody>
          <a:bodyPr anchor="ctr">
            <a:normAutofit/>
          </a:bodyPr>
          <a:lstStyle>
            <a:lvl1pPr marL="0" indent="0" algn="ctr">
              <a:buNone/>
              <a:defRPr sz="2800">
                <a:latin typeface="Times New Roman" panose="02020603050405020304" pitchFamily="18" charset="0"/>
                <a:cs typeface="Times New Roman" panose="02020603050405020304" pitchFamily="18"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4413C27-82F1-76DA-B60D-675E647EC1A2}"/>
              </a:ext>
            </a:extLst>
          </p:cNvPr>
          <p:cNvSpPr>
            <a:spLocks noGrp="1"/>
          </p:cNvSpPr>
          <p:nvPr>
            <p:ph type="dt" sz="half" idx="10"/>
          </p:nvPr>
        </p:nvSpPr>
        <p:spPr/>
        <p:txBody>
          <a:bodyPr/>
          <a:lstStyle>
            <a:lvl1pPr>
              <a:defRPr sz="1400">
                <a:solidFill>
                  <a:schemeClr val="tx1"/>
                </a:solidFill>
                <a:latin typeface="Times New Roman" panose="02020603050405020304" pitchFamily="18" charset="0"/>
                <a:cs typeface="Times New Roman" panose="02020603050405020304" pitchFamily="18" charset="0"/>
              </a:defRPr>
            </a:lvl1pPr>
          </a:lstStyle>
          <a:p>
            <a:fld id="{AD602975-B289-4314-8493-37304AB31C48}" type="datetimeFigureOut">
              <a:rPr lang="en-US" smtClean="0"/>
              <a:pPr/>
              <a:t>9/27/2026</a:t>
            </a:fld>
            <a:endParaRPr lang="en-US"/>
          </a:p>
        </p:txBody>
      </p:sp>
      <p:sp>
        <p:nvSpPr>
          <p:cNvPr id="5" name="Footer Placeholder 4">
            <a:extLst>
              <a:ext uri="{FF2B5EF4-FFF2-40B4-BE49-F238E27FC236}">
                <a16:creationId xmlns:a16="http://schemas.microsoft.com/office/drawing/2014/main" id="{031F657E-DEA8-04F4-AC07-C202848E6FD2}"/>
              </a:ext>
            </a:extLst>
          </p:cNvPr>
          <p:cNvSpPr>
            <a:spLocks noGrp="1"/>
          </p:cNvSpPr>
          <p:nvPr>
            <p:ph type="ftr" sz="quarter" idx="11"/>
          </p:nvPr>
        </p:nvSpPr>
        <p:spPr/>
        <p:txBody>
          <a:bodyPr/>
          <a:lstStyle>
            <a:lvl1pPr>
              <a:defRPr sz="1400">
                <a:solidFill>
                  <a:schemeClr val="tx1"/>
                </a:solidFill>
                <a:latin typeface="Times New Roman" panose="02020603050405020304" pitchFamily="18" charset="0"/>
                <a:cs typeface="Times New Roman" panose="02020603050405020304" pitchFamily="18" charset="0"/>
              </a:defRPr>
            </a:lvl1pPr>
          </a:lstStyle>
          <a:p>
            <a:endParaRPr lang="en-US"/>
          </a:p>
        </p:txBody>
      </p:sp>
      <p:sp>
        <p:nvSpPr>
          <p:cNvPr id="6" name="Slide Number Placeholder 5">
            <a:extLst>
              <a:ext uri="{FF2B5EF4-FFF2-40B4-BE49-F238E27FC236}">
                <a16:creationId xmlns:a16="http://schemas.microsoft.com/office/drawing/2014/main" id="{83797C00-9047-0929-D857-62BD71E64A49}"/>
              </a:ext>
            </a:extLst>
          </p:cNvPr>
          <p:cNvSpPr>
            <a:spLocks noGrp="1"/>
          </p:cNvSpPr>
          <p:nvPr>
            <p:ph type="sldNum" sz="quarter" idx="12"/>
          </p:nvPr>
        </p:nvSpPr>
        <p:spPr>
          <a:xfrm>
            <a:off x="8861164" y="6275903"/>
            <a:ext cx="2743200" cy="365125"/>
          </a:xfrm>
        </p:spPr>
        <p:txBody>
          <a:bodyPr/>
          <a:lstStyle>
            <a:lvl1pPr>
              <a:defRPr sz="1400">
                <a:solidFill>
                  <a:schemeClr val="tx1"/>
                </a:solidFill>
                <a:latin typeface="Times New Roman" panose="02020603050405020304" pitchFamily="18" charset="0"/>
                <a:cs typeface="Times New Roman" panose="02020603050405020304" pitchFamily="18" charset="0"/>
              </a:defRPr>
            </a:lvl1pPr>
          </a:lstStyle>
          <a:p>
            <a:fld id="{61747C95-3AE6-4FC3-BEF5-3AF60B1E4490}" type="slidenum">
              <a:rPr lang="en-US" smtClean="0"/>
              <a:pPr/>
              <a:t>‹#›</a:t>
            </a:fld>
            <a:endParaRPr lang="en-US"/>
          </a:p>
        </p:txBody>
      </p:sp>
      <p:pic>
        <p:nvPicPr>
          <p:cNvPr id="18" name="Picture 17">
            <a:extLst>
              <a:ext uri="{FF2B5EF4-FFF2-40B4-BE49-F238E27FC236}">
                <a16:creationId xmlns:a16="http://schemas.microsoft.com/office/drawing/2014/main" id="{0F6AC47E-7BEC-9CFA-98CC-122A5EFB179F}"/>
              </a:ext>
            </a:extLst>
          </p:cNvPr>
          <p:cNvPicPr>
            <a:picLocks noChangeAspect="1"/>
          </p:cNvPicPr>
          <p:nvPr userDrawn="1"/>
        </p:nvPicPr>
        <p:blipFill>
          <a:blip r:embed="rId3" cstate="hqprint">
            <a:extLst>
              <a:ext uri="{28A0092B-C50C-407E-A947-70E740481C1C}">
                <a14:useLocalDpi xmlns:a14="http://schemas.microsoft.com/office/drawing/2010/main" val="0"/>
              </a:ext>
            </a:extLst>
          </a:blip>
          <a:srcRect/>
          <a:stretch/>
        </p:blipFill>
        <p:spPr>
          <a:xfrm>
            <a:off x="433175" y="329805"/>
            <a:ext cx="6048819" cy="831026"/>
          </a:xfrm>
          <a:prstGeom prst="rect">
            <a:avLst/>
          </a:prstGeom>
        </p:spPr>
      </p:pic>
      <p:pic>
        <p:nvPicPr>
          <p:cNvPr id="17" name="Picture 16" descr="A collage of buildings&#10;&#10;Description automatically generated">
            <a:extLst>
              <a:ext uri="{FF2B5EF4-FFF2-40B4-BE49-F238E27FC236}">
                <a16:creationId xmlns:a16="http://schemas.microsoft.com/office/drawing/2014/main" id="{2C926919-0388-D0B2-066B-AC401AA868B1}"/>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6696445" y="426461"/>
            <a:ext cx="5495555" cy="6032004"/>
          </a:xfrm>
          <a:prstGeom prst="rect">
            <a:avLst/>
          </a:prstGeom>
        </p:spPr>
      </p:pic>
    </p:spTree>
    <p:extLst>
      <p:ext uri="{BB962C8B-B14F-4D97-AF65-F5344CB8AC3E}">
        <p14:creationId xmlns:p14="http://schemas.microsoft.com/office/powerpoint/2010/main" val="26705527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CNTT">
    <p:spTree>
      <p:nvGrpSpPr>
        <p:cNvPr id="1" name=""/>
        <p:cNvGrpSpPr/>
        <p:nvPr/>
      </p:nvGrpSpPr>
      <p:grpSpPr>
        <a:xfrm>
          <a:off x="0" y="0"/>
          <a:ext cx="0" cy="0"/>
          <a:chOff x="0" y="0"/>
          <a:chExt cx="0" cy="0"/>
        </a:xfrm>
      </p:grpSpPr>
      <p:pic>
        <p:nvPicPr>
          <p:cNvPr id="20" name="Picture 19" descr="A black background with lines&#10;&#10;Description automatically generated">
            <a:extLst>
              <a:ext uri="{FF2B5EF4-FFF2-40B4-BE49-F238E27FC236}">
                <a16:creationId xmlns:a16="http://schemas.microsoft.com/office/drawing/2014/main" id="{59D5D339-CE54-5D8C-B122-635F33334E9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 y="0"/>
            <a:ext cx="13719239" cy="6858000"/>
          </a:xfrm>
          <a:prstGeom prst="rect">
            <a:avLst/>
          </a:prstGeom>
        </p:spPr>
      </p:pic>
      <p:sp>
        <p:nvSpPr>
          <p:cNvPr id="2" name="Title 1">
            <a:extLst>
              <a:ext uri="{FF2B5EF4-FFF2-40B4-BE49-F238E27FC236}">
                <a16:creationId xmlns:a16="http://schemas.microsoft.com/office/drawing/2014/main" id="{935B4050-F807-0B54-1B29-4E04D94095F5}"/>
              </a:ext>
            </a:extLst>
          </p:cNvPr>
          <p:cNvSpPr>
            <a:spLocks noGrp="1"/>
          </p:cNvSpPr>
          <p:nvPr>
            <p:ph type="ctrTitle"/>
          </p:nvPr>
        </p:nvSpPr>
        <p:spPr>
          <a:xfrm>
            <a:off x="240481" y="1782501"/>
            <a:ext cx="6596991" cy="1405577"/>
          </a:xfrm>
        </p:spPr>
        <p:txBody>
          <a:bodyPr anchor="ctr">
            <a:noAutofit/>
          </a:bodyPr>
          <a:lstStyle>
            <a:lvl1pPr algn="ctr">
              <a:defRPr sz="4800">
                <a:solidFill>
                  <a:schemeClr val="tx1"/>
                </a:solidFill>
                <a:latin typeface="Times New Roman" panose="02020603050405020304" pitchFamily="18" charset="0"/>
                <a:cs typeface="Times New Roman" panose="02020603050405020304" pitchFamily="18" charset="0"/>
              </a:defRPr>
            </a:lvl1pPr>
          </a:lstStyle>
          <a:p>
            <a:r>
              <a:rPr lang="en-US" dirty="0"/>
              <a:t>Click to edit Master title style</a:t>
            </a:r>
          </a:p>
        </p:txBody>
      </p:sp>
      <p:sp>
        <p:nvSpPr>
          <p:cNvPr id="3" name="Subtitle 2">
            <a:extLst>
              <a:ext uri="{FF2B5EF4-FFF2-40B4-BE49-F238E27FC236}">
                <a16:creationId xmlns:a16="http://schemas.microsoft.com/office/drawing/2014/main" id="{9A253E77-CDD6-E9E4-6A22-A5C6BBDCD020}"/>
              </a:ext>
            </a:extLst>
          </p:cNvPr>
          <p:cNvSpPr>
            <a:spLocks noGrp="1"/>
          </p:cNvSpPr>
          <p:nvPr>
            <p:ph type="subTitle" idx="1"/>
          </p:nvPr>
        </p:nvSpPr>
        <p:spPr>
          <a:xfrm>
            <a:off x="217087" y="3582634"/>
            <a:ext cx="6620386" cy="1655762"/>
          </a:xfrm>
        </p:spPr>
        <p:txBody>
          <a:bodyPr anchor="ctr">
            <a:normAutofit/>
          </a:bodyPr>
          <a:lstStyle>
            <a:lvl1pPr marL="0" indent="0" algn="ctr">
              <a:buNone/>
              <a:defRPr sz="2800">
                <a:latin typeface="Times New Roman" panose="02020603050405020304" pitchFamily="18" charset="0"/>
                <a:cs typeface="Times New Roman" panose="02020603050405020304" pitchFamily="18"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4413C27-82F1-76DA-B60D-675E647EC1A2}"/>
              </a:ext>
            </a:extLst>
          </p:cNvPr>
          <p:cNvSpPr>
            <a:spLocks noGrp="1"/>
          </p:cNvSpPr>
          <p:nvPr>
            <p:ph type="dt" sz="half" idx="10"/>
          </p:nvPr>
        </p:nvSpPr>
        <p:spPr/>
        <p:txBody>
          <a:bodyPr/>
          <a:lstStyle>
            <a:lvl1pPr>
              <a:defRPr sz="1400">
                <a:solidFill>
                  <a:schemeClr val="tx1"/>
                </a:solidFill>
                <a:latin typeface="Times New Roman" panose="02020603050405020304" pitchFamily="18" charset="0"/>
                <a:cs typeface="Times New Roman" panose="02020603050405020304" pitchFamily="18" charset="0"/>
              </a:defRPr>
            </a:lvl1pPr>
          </a:lstStyle>
          <a:p>
            <a:fld id="{AD602975-B289-4314-8493-37304AB31C48}" type="datetimeFigureOut">
              <a:rPr lang="en-US" smtClean="0"/>
              <a:pPr/>
              <a:t>9/27/2026</a:t>
            </a:fld>
            <a:endParaRPr lang="en-US"/>
          </a:p>
        </p:txBody>
      </p:sp>
      <p:sp>
        <p:nvSpPr>
          <p:cNvPr id="5" name="Footer Placeholder 4">
            <a:extLst>
              <a:ext uri="{FF2B5EF4-FFF2-40B4-BE49-F238E27FC236}">
                <a16:creationId xmlns:a16="http://schemas.microsoft.com/office/drawing/2014/main" id="{031F657E-DEA8-04F4-AC07-C202848E6FD2}"/>
              </a:ext>
            </a:extLst>
          </p:cNvPr>
          <p:cNvSpPr>
            <a:spLocks noGrp="1"/>
          </p:cNvSpPr>
          <p:nvPr>
            <p:ph type="ftr" sz="quarter" idx="11"/>
          </p:nvPr>
        </p:nvSpPr>
        <p:spPr/>
        <p:txBody>
          <a:bodyPr/>
          <a:lstStyle>
            <a:lvl1pPr>
              <a:defRPr sz="1400">
                <a:solidFill>
                  <a:schemeClr val="tx1"/>
                </a:solidFill>
                <a:latin typeface="Times New Roman" panose="02020603050405020304" pitchFamily="18" charset="0"/>
                <a:cs typeface="Times New Roman" panose="02020603050405020304" pitchFamily="18" charset="0"/>
              </a:defRPr>
            </a:lvl1pPr>
          </a:lstStyle>
          <a:p>
            <a:endParaRPr lang="en-US"/>
          </a:p>
        </p:txBody>
      </p:sp>
      <p:sp>
        <p:nvSpPr>
          <p:cNvPr id="6" name="Slide Number Placeholder 5">
            <a:extLst>
              <a:ext uri="{FF2B5EF4-FFF2-40B4-BE49-F238E27FC236}">
                <a16:creationId xmlns:a16="http://schemas.microsoft.com/office/drawing/2014/main" id="{83797C00-9047-0929-D857-62BD71E64A49}"/>
              </a:ext>
            </a:extLst>
          </p:cNvPr>
          <p:cNvSpPr>
            <a:spLocks noGrp="1"/>
          </p:cNvSpPr>
          <p:nvPr>
            <p:ph type="sldNum" sz="quarter" idx="12"/>
          </p:nvPr>
        </p:nvSpPr>
        <p:spPr>
          <a:xfrm>
            <a:off x="8861164" y="6275903"/>
            <a:ext cx="2743200" cy="365125"/>
          </a:xfrm>
        </p:spPr>
        <p:txBody>
          <a:bodyPr/>
          <a:lstStyle>
            <a:lvl1pPr>
              <a:defRPr sz="1400">
                <a:solidFill>
                  <a:schemeClr val="tx1"/>
                </a:solidFill>
                <a:latin typeface="Times New Roman" panose="02020603050405020304" pitchFamily="18" charset="0"/>
                <a:cs typeface="Times New Roman" panose="02020603050405020304" pitchFamily="18" charset="0"/>
              </a:defRPr>
            </a:lvl1pPr>
          </a:lstStyle>
          <a:p>
            <a:fld id="{61747C95-3AE6-4FC3-BEF5-3AF60B1E4490}" type="slidenum">
              <a:rPr lang="en-US" smtClean="0"/>
              <a:pPr/>
              <a:t>‹#›</a:t>
            </a:fld>
            <a:endParaRPr lang="en-US"/>
          </a:p>
        </p:txBody>
      </p:sp>
      <p:pic>
        <p:nvPicPr>
          <p:cNvPr id="18" name="Picture 17">
            <a:extLst>
              <a:ext uri="{FF2B5EF4-FFF2-40B4-BE49-F238E27FC236}">
                <a16:creationId xmlns:a16="http://schemas.microsoft.com/office/drawing/2014/main" id="{0F6AC47E-7BEC-9CFA-98CC-122A5EFB179F}"/>
              </a:ext>
            </a:extLst>
          </p:cNvPr>
          <p:cNvPicPr>
            <a:picLocks noChangeAspect="1"/>
          </p:cNvPicPr>
          <p:nvPr userDrawn="1"/>
        </p:nvPicPr>
        <p:blipFill>
          <a:blip r:embed="rId3" cstate="hqprint">
            <a:extLst>
              <a:ext uri="{28A0092B-C50C-407E-A947-70E740481C1C}">
                <a14:useLocalDpi xmlns:a14="http://schemas.microsoft.com/office/drawing/2010/main" val="0"/>
              </a:ext>
            </a:extLst>
          </a:blip>
          <a:srcRect/>
          <a:stretch/>
        </p:blipFill>
        <p:spPr>
          <a:xfrm>
            <a:off x="433175" y="329805"/>
            <a:ext cx="6048819" cy="831025"/>
          </a:xfrm>
          <a:prstGeom prst="rect">
            <a:avLst/>
          </a:prstGeom>
        </p:spPr>
      </p:pic>
      <p:pic>
        <p:nvPicPr>
          <p:cNvPr id="17" name="Picture 16" descr="A collage of buildings&#10;&#10;Description automatically generated">
            <a:extLst>
              <a:ext uri="{FF2B5EF4-FFF2-40B4-BE49-F238E27FC236}">
                <a16:creationId xmlns:a16="http://schemas.microsoft.com/office/drawing/2014/main" id="{2C926919-0388-D0B2-066B-AC401AA868B1}"/>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6696445" y="426461"/>
            <a:ext cx="5495555" cy="6032004"/>
          </a:xfrm>
          <a:prstGeom prst="rect">
            <a:avLst/>
          </a:prstGeom>
        </p:spPr>
      </p:pic>
    </p:spTree>
    <p:extLst>
      <p:ext uri="{BB962C8B-B14F-4D97-AF65-F5344CB8AC3E}">
        <p14:creationId xmlns:p14="http://schemas.microsoft.com/office/powerpoint/2010/main" val="34616764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reserve="1">
  <p:cSld name="KHCB">
    <p:spTree>
      <p:nvGrpSpPr>
        <p:cNvPr id="1" name=""/>
        <p:cNvGrpSpPr/>
        <p:nvPr/>
      </p:nvGrpSpPr>
      <p:grpSpPr>
        <a:xfrm>
          <a:off x="0" y="0"/>
          <a:ext cx="0" cy="0"/>
          <a:chOff x="0" y="0"/>
          <a:chExt cx="0" cy="0"/>
        </a:xfrm>
      </p:grpSpPr>
      <p:pic>
        <p:nvPicPr>
          <p:cNvPr id="20" name="Picture 19" descr="A black background with lines&#10;&#10;Description automatically generated">
            <a:extLst>
              <a:ext uri="{FF2B5EF4-FFF2-40B4-BE49-F238E27FC236}">
                <a16:creationId xmlns:a16="http://schemas.microsoft.com/office/drawing/2014/main" id="{59D5D339-CE54-5D8C-B122-635F33334E9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 y="0"/>
            <a:ext cx="13719239" cy="6858000"/>
          </a:xfrm>
          <a:prstGeom prst="rect">
            <a:avLst/>
          </a:prstGeom>
        </p:spPr>
      </p:pic>
      <p:sp>
        <p:nvSpPr>
          <p:cNvPr id="2" name="Title 1">
            <a:extLst>
              <a:ext uri="{FF2B5EF4-FFF2-40B4-BE49-F238E27FC236}">
                <a16:creationId xmlns:a16="http://schemas.microsoft.com/office/drawing/2014/main" id="{935B4050-F807-0B54-1B29-4E04D94095F5}"/>
              </a:ext>
            </a:extLst>
          </p:cNvPr>
          <p:cNvSpPr>
            <a:spLocks noGrp="1"/>
          </p:cNvSpPr>
          <p:nvPr>
            <p:ph type="ctrTitle"/>
          </p:nvPr>
        </p:nvSpPr>
        <p:spPr>
          <a:xfrm>
            <a:off x="240481" y="1782501"/>
            <a:ext cx="6596991" cy="1405577"/>
          </a:xfrm>
        </p:spPr>
        <p:txBody>
          <a:bodyPr anchor="ctr">
            <a:noAutofit/>
          </a:bodyPr>
          <a:lstStyle>
            <a:lvl1pPr algn="ctr">
              <a:defRPr sz="4800">
                <a:solidFill>
                  <a:schemeClr val="tx1"/>
                </a:solidFill>
                <a:latin typeface="Times New Roman" panose="02020603050405020304" pitchFamily="18" charset="0"/>
                <a:cs typeface="Times New Roman" panose="02020603050405020304" pitchFamily="18" charset="0"/>
              </a:defRPr>
            </a:lvl1pPr>
          </a:lstStyle>
          <a:p>
            <a:r>
              <a:rPr lang="en-US" dirty="0"/>
              <a:t>Click to edit Master title style</a:t>
            </a:r>
          </a:p>
        </p:txBody>
      </p:sp>
      <p:sp>
        <p:nvSpPr>
          <p:cNvPr id="3" name="Subtitle 2">
            <a:extLst>
              <a:ext uri="{FF2B5EF4-FFF2-40B4-BE49-F238E27FC236}">
                <a16:creationId xmlns:a16="http://schemas.microsoft.com/office/drawing/2014/main" id="{9A253E77-CDD6-E9E4-6A22-A5C6BBDCD020}"/>
              </a:ext>
            </a:extLst>
          </p:cNvPr>
          <p:cNvSpPr>
            <a:spLocks noGrp="1"/>
          </p:cNvSpPr>
          <p:nvPr>
            <p:ph type="subTitle" idx="1"/>
          </p:nvPr>
        </p:nvSpPr>
        <p:spPr>
          <a:xfrm>
            <a:off x="217087" y="3582634"/>
            <a:ext cx="6620386" cy="1655762"/>
          </a:xfrm>
        </p:spPr>
        <p:txBody>
          <a:bodyPr anchor="ctr">
            <a:normAutofit/>
          </a:bodyPr>
          <a:lstStyle>
            <a:lvl1pPr marL="0" indent="0" algn="ctr">
              <a:buNone/>
              <a:defRPr sz="2800">
                <a:latin typeface="Times New Roman" panose="02020603050405020304" pitchFamily="18" charset="0"/>
                <a:cs typeface="Times New Roman" panose="02020603050405020304" pitchFamily="18"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4413C27-82F1-76DA-B60D-675E647EC1A2}"/>
              </a:ext>
            </a:extLst>
          </p:cNvPr>
          <p:cNvSpPr>
            <a:spLocks noGrp="1"/>
          </p:cNvSpPr>
          <p:nvPr>
            <p:ph type="dt" sz="half" idx="10"/>
          </p:nvPr>
        </p:nvSpPr>
        <p:spPr/>
        <p:txBody>
          <a:bodyPr/>
          <a:lstStyle>
            <a:lvl1pPr>
              <a:defRPr sz="1400">
                <a:solidFill>
                  <a:schemeClr val="tx1"/>
                </a:solidFill>
                <a:latin typeface="Times New Roman" panose="02020603050405020304" pitchFamily="18" charset="0"/>
                <a:cs typeface="Times New Roman" panose="02020603050405020304" pitchFamily="18" charset="0"/>
              </a:defRPr>
            </a:lvl1pPr>
          </a:lstStyle>
          <a:p>
            <a:fld id="{AD602975-B289-4314-8493-37304AB31C48}" type="datetimeFigureOut">
              <a:rPr lang="en-US" smtClean="0"/>
              <a:pPr/>
              <a:t>9/27/2026</a:t>
            </a:fld>
            <a:endParaRPr lang="en-US"/>
          </a:p>
        </p:txBody>
      </p:sp>
      <p:sp>
        <p:nvSpPr>
          <p:cNvPr id="5" name="Footer Placeholder 4">
            <a:extLst>
              <a:ext uri="{FF2B5EF4-FFF2-40B4-BE49-F238E27FC236}">
                <a16:creationId xmlns:a16="http://schemas.microsoft.com/office/drawing/2014/main" id="{031F657E-DEA8-04F4-AC07-C202848E6FD2}"/>
              </a:ext>
            </a:extLst>
          </p:cNvPr>
          <p:cNvSpPr>
            <a:spLocks noGrp="1"/>
          </p:cNvSpPr>
          <p:nvPr>
            <p:ph type="ftr" sz="quarter" idx="11"/>
          </p:nvPr>
        </p:nvSpPr>
        <p:spPr/>
        <p:txBody>
          <a:bodyPr/>
          <a:lstStyle>
            <a:lvl1pPr>
              <a:defRPr sz="1400">
                <a:solidFill>
                  <a:schemeClr val="tx1"/>
                </a:solidFill>
                <a:latin typeface="Times New Roman" panose="02020603050405020304" pitchFamily="18" charset="0"/>
                <a:cs typeface="Times New Roman" panose="02020603050405020304" pitchFamily="18" charset="0"/>
              </a:defRPr>
            </a:lvl1pPr>
          </a:lstStyle>
          <a:p>
            <a:endParaRPr lang="en-US"/>
          </a:p>
        </p:txBody>
      </p:sp>
      <p:sp>
        <p:nvSpPr>
          <p:cNvPr id="6" name="Slide Number Placeholder 5">
            <a:extLst>
              <a:ext uri="{FF2B5EF4-FFF2-40B4-BE49-F238E27FC236}">
                <a16:creationId xmlns:a16="http://schemas.microsoft.com/office/drawing/2014/main" id="{83797C00-9047-0929-D857-62BD71E64A49}"/>
              </a:ext>
            </a:extLst>
          </p:cNvPr>
          <p:cNvSpPr>
            <a:spLocks noGrp="1"/>
          </p:cNvSpPr>
          <p:nvPr>
            <p:ph type="sldNum" sz="quarter" idx="12"/>
          </p:nvPr>
        </p:nvSpPr>
        <p:spPr>
          <a:xfrm>
            <a:off x="8861164" y="6275903"/>
            <a:ext cx="2743200" cy="365125"/>
          </a:xfrm>
        </p:spPr>
        <p:txBody>
          <a:bodyPr/>
          <a:lstStyle>
            <a:lvl1pPr>
              <a:defRPr sz="1400">
                <a:solidFill>
                  <a:schemeClr val="tx1"/>
                </a:solidFill>
                <a:latin typeface="Times New Roman" panose="02020603050405020304" pitchFamily="18" charset="0"/>
                <a:cs typeface="Times New Roman" panose="02020603050405020304" pitchFamily="18" charset="0"/>
              </a:defRPr>
            </a:lvl1pPr>
          </a:lstStyle>
          <a:p>
            <a:fld id="{61747C95-3AE6-4FC3-BEF5-3AF60B1E4490}" type="slidenum">
              <a:rPr lang="en-US" smtClean="0"/>
              <a:pPr/>
              <a:t>‹#›</a:t>
            </a:fld>
            <a:endParaRPr lang="en-US"/>
          </a:p>
        </p:txBody>
      </p:sp>
      <p:pic>
        <p:nvPicPr>
          <p:cNvPr id="18" name="Picture 17">
            <a:extLst>
              <a:ext uri="{FF2B5EF4-FFF2-40B4-BE49-F238E27FC236}">
                <a16:creationId xmlns:a16="http://schemas.microsoft.com/office/drawing/2014/main" id="{0F6AC47E-7BEC-9CFA-98CC-122A5EFB179F}"/>
              </a:ext>
            </a:extLst>
          </p:cNvPr>
          <p:cNvPicPr>
            <a:picLocks noChangeAspect="1"/>
          </p:cNvPicPr>
          <p:nvPr userDrawn="1"/>
        </p:nvPicPr>
        <p:blipFill>
          <a:blip r:embed="rId3" cstate="hqprint">
            <a:extLst>
              <a:ext uri="{28A0092B-C50C-407E-A947-70E740481C1C}">
                <a14:useLocalDpi xmlns:a14="http://schemas.microsoft.com/office/drawing/2010/main" val="0"/>
              </a:ext>
            </a:extLst>
          </a:blip>
          <a:srcRect/>
          <a:stretch/>
        </p:blipFill>
        <p:spPr>
          <a:xfrm>
            <a:off x="433178" y="329805"/>
            <a:ext cx="6048812" cy="831025"/>
          </a:xfrm>
          <a:prstGeom prst="rect">
            <a:avLst/>
          </a:prstGeom>
        </p:spPr>
      </p:pic>
      <p:pic>
        <p:nvPicPr>
          <p:cNvPr id="17" name="Picture 16" descr="A collage of buildings&#10;&#10;Description automatically generated">
            <a:extLst>
              <a:ext uri="{FF2B5EF4-FFF2-40B4-BE49-F238E27FC236}">
                <a16:creationId xmlns:a16="http://schemas.microsoft.com/office/drawing/2014/main" id="{2C926919-0388-D0B2-066B-AC401AA868B1}"/>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6696445" y="426461"/>
            <a:ext cx="5495555" cy="6032004"/>
          </a:xfrm>
          <a:prstGeom prst="rect">
            <a:avLst/>
          </a:prstGeom>
        </p:spPr>
      </p:pic>
    </p:spTree>
    <p:extLst>
      <p:ext uri="{BB962C8B-B14F-4D97-AF65-F5344CB8AC3E}">
        <p14:creationId xmlns:p14="http://schemas.microsoft.com/office/powerpoint/2010/main" val="19968862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 preserve="1">
  <p:cSld name="DĐT">
    <p:spTree>
      <p:nvGrpSpPr>
        <p:cNvPr id="1" name=""/>
        <p:cNvGrpSpPr/>
        <p:nvPr/>
      </p:nvGrpSpPr>
      <p:grpSpPr>
        <a:xfrm>
          <a:off x="0" y="0"/>
          <a:ext cx="0" cy="0"/>
          <a:chOff x="0" y="0"/>
          <a:chExt cx="0" cy="0"/>
        </a:xfrm>
      </p:grpSpPr>
      <p:pic>
        <p:nvPicPr>
          <p:cNvPr id="20" name="Picture 19" descr="A black background with lines&#10;&#10;Description automatically generated">
            <a:extLst>
              <a:ext uri="{FF2B5EF4-FFF2-40B4-BE49-F238E27FC236}">
                <a16:creationId xmlns:a16="http://schemas.microsoft.com/office/drawing/2014/main" id="{59D5D339-CE54-5D8C-B122-635F33334E9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 y="0"/>
            <a:ext cx="13719239" cy="6858000"/>
          </a:xfrm>
          <a:prstGeom prst="rect">
            <a:avLst/>
          </a:prstGeom>
        </p:spPr>
      </p:pic>
      <p:sp>
        <p:nvSpPr>
          <p:cNvPr id="2" name="Title 1">
            <a:extLst>
              <a:ext uri="{FF2B5EF4-FFF2-40B4-BE49-F238E27FC236}">
                <a16:creationId xmlns:a16="http://schemas.microsoft.com/office/drawing/2014/main" id="{935B4050-F807-0B54-1B29-4E04D94095F5}"/>
              </a:ext>
            </a:extLst>
          </p:cNvPr>
          <p:cNvSpPr>
            <a:spLocks noGrp="1"/>
          </p:cNvSpPr>
          <p:nvPr>
            <p:ph type="ctrTitle"/>
          </p:nvPr>
        </p:nvSpPr>
        <p:spPr>
          <a:xfrm>
            <a:off x="240481" y="1782501"/>
            <a:ext cx="6596991" cy="1405577"/>
          </a:xfrm>
        </p:spPr>
        <p:txBody>
          <a:bodyPr anchor="ctr">
            <a:noAutofit/>
          </a:bodyPr>
          <a:lstStyle>
            <a:lvl1pPr algn="ctr">
              <a:defRPr sz="4800">
                <a:solidFill>
                  <a:schemeClr val="tx1"/>
                </a:solidFill>
                <a:latin typeface="Times New Roman" panose="02020603050405020304" pitchFamily="18" charset="0"/>
                <a:cs typeface="Times New Roman" panose="02020603050405020304" pitchFamily="18" charset="0"/>
              </a:defRPr>
            </a:lvl1pPr>
          </a:lstStyle>
          <a:p>
            <a:r>
              <a:rPr lang="en-US" dirty="0"/>
              <a:t>Click to edit Master title style</a:t>
            </a:r>
          </a:p>
        </p:txBody>
      </p:sp>
      <p:sp>
        <p:nvSpPr>
          <p:cNvPr id="3" name="Subtitle 2">
            <a:extLst>
              <a:ext uri="{FF2B5EF4-FFF2-40B4-BE49-F238E27FC236}">
                <a16:creationId xmlns:a16="http://schemas.microsoft.com/office/drawing/2014/main" id="{9A253E77-CDD6-E9E4-6A22-A5C6BBDCD020}"/>
              </a:ext>
            </a:extLst>
          </p:cNvPr>
          <p:cNvSpPr>
            <a:spLocks noGrp="1"/>
          </p:cNvSpPr>
          <p:nvPr>
            <p:ph type="subTitle" idx="1"/>
          </p:nvPr>
        </p:nvSpPr>
        <p:spPr>
          <a:xfrm>
            <a:off x="217087" y="3582634"/>
            <a:ext cx="6620386" cy="1655762"/>
          </a:xfrm>
        </p:spPr>
        <p:txBody>
          <a:bodyPr anchor="ctr">
            <a:normAutofit/>
          </a:bodyPr>
          <a:lstStyle>
            <a:lvl1pPr marL="0" indent="0" algn="ctr">
              <a:buNone/>
              <a:defRPr sz="2800">
                <a:latin typeface="Times New Roman" panose="02020603050405020304" pitchFamily="18" charset="0"/>
                <a:cs typeface="Times New Roman" panose="02020603050405020304" pitchFamily="18"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4413C27-82F1-76DA-B60D-675E647EC1A2}"/>
              </a:ext>
            </a:extLst>
          </p:cNvPr>
          <p:cNvSpPr>
            <a:spLocks noGrp="1"/>
          </p:cNvSpPr>
          <p:nvPr>
            <p:ph type="dt" sz="half" idx="10"/>
          </p:nvPr>
        </p:nvSpPr>
        <p:spPr/>
        <p:txBody>
          <a:bodyPr/>
          <a:lstStyle>
            <a:lvl1pPr>
              <a:defRPr sz="1400">
                <a:solidFill>
                  <a:schemeClr val="tx1"/>
                </a:solidFill>
                <a:latin typeface="Times New Roman" panose="02020603050405020304" pitchFamily="18" charset="0"/>
                <a:cs typeface="Times New Roman" panose="02020603050405020304" pitchFamily="18" charset="0"/>
              </a:defRPr>
            </a:lvl1pPr>
          </a:lstStyle>
          <a:p>
            <a:fld id="{AD602975-B289-4314-8493-37304AB31C48}" type="datetimeFigureOut">
              <a:rPr lang="en-US" smtClean="0"/>
              <a:pPr/>
              <a:t>9/27/2026</a:t>
            </a:fld>
            <a:endParaRPr lang="en-US"/>
          </a:p>
        </p:txBody>
      </p:sp>
      <p:sp>
        <p:nvSpPr>
          <p:cNvPr id="5" name="Footer Placeholder 4">
            <a:extLst>
              <a:ext uri="{FF2B5EF4-FFF2-40B4-BE49-F238E27FC236}">
                <a16:creationId xmlns:a16="http://schemas.microsoft.com/office/drawing/2014/main" id="{031F657E-DEA8-04F4-AC07-C202848E6FD2}"/>
              </a:ext>
            </a:extLst>
          </p:cNvPr>
          <p:cNvSpPr>
            <a:spLocks noGrp="1"/>
          </p:cNvSpPr>
          <p:nvPr>
            <p:ph type="ftr" sz="quarter" idx="11"/>
          </p:nvPr>
        </p:nvSpPr>
        <p:spPr/>
        <p:txBody>
          <a:bodyPr/>
          <a:lstStyle>
            <a:lvl1pPr>
              <a:defRPr sz="1400">
                <a:solidFill>
                  <a:schemeClr val="tx1"/>
                </a:solidFill>
                <a:latin typeface="Times New Roman" panose="02020603050405020304" pitchFamily="18" charset="0"/>
                <a:cs typeface="Times New Roman" panose="02020603050405020304" pitchFamily="18" charset="0"/>
              </a:defRPr>
            </a:lvl1pPr>
          </a:lstStyle>
          <a:p>
            <a:endParaRPr lang="en-US"/>
          </a:p>
        </p:txBody>
      </p:sp>
      <p:sp>
        <p:nvSpPr>
          <p:cNvPr id="6" name="Slide Number Placeholder 5">
            <a:extLst>
              <a:ext uri="{FF2B5EF4-FFF2-40B4-BE49-F238E27FC236}">
                <a16:creationId xmlns:a16="http://schemas.microsoft.com/office/drawing/2014/main" id="{83797C00-9047-0929-D857-62BD71E64A49}"/>
              </a:ext>
            </a:extLst>
          </p:cNvPr>
          <p:cNvSpPr>
            <a:spLocks noGrp="1"/>
          </p:cNvSpPr>
          <p:nvPr>
            <p:ph type="sldNum" sz="quarter" idx="12"/>
          </p:nvPr>
        </p:nvSpPr>
        <p:spPr>
          <a:xfrm>
            <a:off x="8861164" y="6275903"/>
            <a:ext cx="2743200" cy="365125"/>
          </a:xfrm>
        </p:spPr>
        <p:txBody>
          <a:bodyPr/>
          <a:lstStyle>
            <a:lvl1pPr>
              <a:defRPr sz="1400">
                <a:solidFill>
                  <a:schemeClr val="tx1"/>
                </a:solidFill>
                <a:latin typeface="Times New Roman" panose="02020603050405020304" pitchFamily="18" charset="0"/>
                <a:cs typeface="Times New Roman" panose="02020603050405020304" pitchFamily="18" charset="0"/>
              </a:defRPr>
            </a:lvl1pPr>
          </a:lstStyle>
          <a:p>
            <a:fld id="{61747C95-3AE6-4FC3-BEF5-3AF60B1E4490}" type="slidenum">
              <a:rPr lang="en-US" smtClean="0"/>
              <a:pPr/>
              <a:t>‹#›</a:t>
            </a:fld>
            <a:endParaRPr lang="en-US"/>
          </a:p>
        </p:txBody>
      </p:sp>
      <p:pic>
        <p:nvPicPr>
          <p:cNvPr id="18" name="Picture 17">
            <a:extLst>
              <a:ext uri="{FF2B5EF4-FFF2-40B4-BE49-F238E27FC236}">
                <a16:creationId xmlns:a16="http://schemas.microsoft.com/office/drawing/2014/main" id="{0F6AC47E-7BEC-9CFA-98CC-122A5EFB179F}"/>
              </a:ext>
            </a:extLst>
          </p:cNvPr>
          <p:cNvPicPr>
            <a:picLocks noChangeAspect="1"/>
          </p:cNvPicPr>
          <p:nvPr userDrawn="1"/>
        </p:nvPicPr>
        <p:blipFill>
          <a:blip r:embed="rId3" cstate="hqprint">
            <a:extLst>
              <a:ext uri="{28A0092B-C50C-407E-A947-70E740481C1C}">
                <a14:useLocalDpi xmlns:a14="http://schemas.microsoft.com/office/drawing/2010/main" val="0"/>
              </a:ext>
            </a:extLst>
          </a:blip>
          <a:srcRect/>
          <a:stretch/>
        </p:blipFill>
        <p:spPr>
          <a:xfrm>
            <a:off x="433178" y="329805"/>
            <a:ext cx="6048812" cy="831024"/>
          </a:xfrm>
          <a:prstGeom prst="rect">
            <a:avLst/>
          </a:prstGeom>
        </p:spPr>
      </p:pic>
      <p:pic>
        <p:nvPicPr>
          <p:cNvPr id="17" name="Picture 16" descr="A collage of buildings&#10;&#10;Description automatically generated">
            <a:extLst>
              <a:ext uri="{FF2B5EF4-FFF2-40B4-BE49-F238E27FC236}">
                <a16:creationId xmlns:a16="http://schemas.microsoft.com/office/drawing/2014/main" id="{2C926919-0388-D0B2-066B-AC401AA868B1}"/>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6696445" y="426461"/>
            <a:ext cx="5495555" cy="6032004"/>
          </a:xfrm>
          <a:prstGeom prst="rect">
            <a:avLst/>
          </a:prstGeom>
        </p:spPr>
      </p:pic>
    </p:spTree>
    <p:extLst>
      <p:ext uri="{BB962C8B-B14F-4D97-AF65-F5344CB8AC3E}">
        <p14:creationId xmlns:p14="http://schemas.microsoft.com/office/powerpoint/2010/main" val="19569576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 preserve="1">
  <p:cSld name="CNHH &amp;MT">
    <p:spTree>
      <p:nvGrpSpPr>
        <p:cNvPr id="1" name=""/>
        <p:cNvGrpSpPr/>
        <p:nvPr/>
      </p:nvGrpSpPr>
      <p:grpSpPr>
        <a:xfrm>
          <a:off x="0" y="0"/>
          <a:ext cx="0" cy="0"/>
          <a:chOff x="0" y="0"/>
          <a:chExt cx="0" cy="0"/>
        </a:xfrm>
      </p:grpSpPr>
      <p:pic>
        <p:nvPicPr>
          <p:cNvPr id="20" name="Picture 19" descr="A black background with lines&#10;&#10;Description automatically generated">
            <a:extLst>
              <a:ext uri="{FF2B5EF4-FFF2-40B4-BE49-F238E27FC236}">
                <a16:creationId xmlns:a16="http://schemas.microsoft.com/office/drawing/2014/main" id="{59D5D339-CE54-5D8C-B122-635F33334E9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 y="0"/>
            <a:ext cx="13719239" cy="6858000"/>
          </a:xfrm>
          <a:prstGeom prst="rect">
            <a:avLst/>
          </a:prstGeom>
        </p:spPr>
      </p:pic>
      <p:sp>
        <p:nvSpPr>
          <p:cNvPr id="2" name="Title 1">
            <a:extLst>
              <a:ext uri="{FF2B5EF4-FFF2-40B4-BE49-F238E27FC236}">
                <a16:creationId xmlns:a16="http://schemas.microsoft.com/office/drawing/2014/main" id="{935B4050-F807-0B54-1B29-4E04D94095F5}"/>
              </a:ext>
            </a:extLst>
          </p:cNvPr>
          <p:cNvSpPr>
            <a:spLocks noGrp="1"/>
          </p:cNvSpPr>
          <p:nvPr>
            <p:ph type="ctrTitle"/>
          </p:nvPr>
        </p:nvSpPr>
        <p:spPr>
          <a:xfrm>
            <a:off x="240481" y="1782501"/>
            <a:ext cx="6596991" cy="1405577"/>
          </a:xfrm>
        </p:spPr>
        <p:txBody>
          <a:bodyPr anchor="ctr">
            <a:noAutofit/>
          </a:bodyPr>
          <a:lstStyle>
            <a:lvl1pPr algn="ctr">
              <a:defRPr sz="4800">
                <a:solidFill>
                  <a:schemeClr val="tx1"/>
                </a:solidFill>
                <a:latin typeface="Times New Roman" panose="02020603050405020304" pitchFamily="18" charset="0"/>
                <a:cs typeface="Times New Roman" panose="02020603050405020304" pitchFamily="18" charset="0"/>
              </a:defRPr>
            </a:lvl1pPr>
          </a:lstStyle>
          <a:p>
            <a:r>
              <a:rPr lang="en-US" dirty="0"/>
              <a:t>Click to edit Master title style</a:t>
            </a:r>
          </a:p>
        </p:txBody>
      </p:sp>
      <p:sp>
        <p:nvSpPr>
          <p:cNvPr id="3" name="Subtitle 2">
            <a:extLst>
              <a:ext uri="{FF2B5EF4-FFF2-40B4-BE49-F238E27FC236}">
                <a16:creationId xmlns:a16="http://schemas.microsoft.com/office/drawing/2014/main" id="{9A253E77-CDD6-E9E4-6A22-A5C6BBDCD020}"/>
              </a:ext>
            </a:extLst>
          </p:cNvPr>
          <p:cNvSpPr>
            <a:spLocks noGrp="1"/>
          </p:cNvSpPr>
          <p:nvPr>
            <p:ph type="subTitle" idx="1"/>
          </p:nvPr>
        </p:nvSpPr>
        <p:spPr>
          <a:xfrm>
            <a:off x="217087" y="3582634"/>
            <a:ext cx="6620386" cy="1655762"/>
          </a:xfrm>
        </p:spPr>
        <p:txBody>
          <a:bodyPr anchor="ctr">
            <a:normAutofit/>
          </a:bodyPr>
          <a:lstStyle>
            <a:lvl1pPr marL="0" indent="0" algn="ctr">
              <a:buNone/>
              <a:defRPr sz="2800">
                <a:latin typeface="Times New Roman" panose="02020603050405020304" pitchFamily="18" charset="0"/>
                <a:cs typeface="Times New Roman" panose="02020603050405020304" pitchFamily="18"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4413C27-82F1-76DA-B60D-675E647EC1A2}"/>
              </a:ext>
            </a:extLst>
          </p:cNvPr>
          <p:cNvSpPr>
            <a:spLocks noGrp="1"/>
          </p:cNvSpPr>
          <p:nvPr>
            <p:ph type="dt" sz="half" idx="10"/>
          </p:nvPr>
        </p:nvSpPr>
        <p:spPr/>
        <p:txBody>
          <a:bodyPr/>
          <a:lstStyle>
            <a:lvl1pPr>
              <a:defRPr sz="1400">
                <a:solidFill>
                  <a:schemeClr val="tx1"/>
                </a:solidFill>
                <a:latin typeface="Times New Roman" panose="02020603050405020304" pitchFamily="18" charset="0"/>
                <a:cs typeface="Times New Roman" panose="02020603050405020304" pitchFamily="18" charset="0"/>
              </a:defRPr>
            </a:lvl1pPr>
          </a:lstStyle>
          <a:p>
            <a:fld id="{AD602975-B289-4314-8493-37304AB31C48}" type="datetimeFigureOut">
              <a:rPr lang="en-US" smtClean="0"/>
              <a:pPr/>
              <a:t>9/27/2026</a:t>
            </a:fld>
            <a:endParaRPr lang="en-US"/>
          </a:p>
        </p:txBody>
      </p:sp>
      <p:sp>
        <p:nvSpPr>
          <p:cNvPr id="5" name="Footer Placeholder 4">
            <a:extLst>
              <a:ext uri="{FF2B5EF4-FFF2-40B4-BE49-F238E27FC236}">
                <a16:creationId xmlns:a16="http://schemas.microsoft.com/office/drawing/2014/main" id="{031F657E-DEA8-04F4-AC07-C202848E6FD2}"/>
              </a:ext>
            </a:extLst>
          </p:cNvPr>
          <p:cNvSpPr>
            <a:spLocks noGrp="1"/>
          </p:cNvSpPr>
          <p:nvPr>
            <p:ph type="ftr" sz="quarter" idx="11"/>
          </p:nvPr>
        </p:nvSpPr>
        <p:spPr/>
        <p:txBody>
          <a:bodyPr/>
          <a:lstStyle>
            <a:lvl1pPr>
              <a:defRPr sz="1400">
                <a:solidFill>
                  <a:schemeClr val="tx1"/>
                </a:solidFill>
                <a:latin typeface="Times New Roman" panose="02020603050405020304" pitchFamily="18" charset="0"/>
                <a:cs typeface="Times New Roman" panose="02020603050405020304" pitchFamily="18" charset="0"/>
              </a:defRPr>
            </a:lvl1pPr>
          </a:lstStyle>
          <a:p>
            <a:endParaRPr lang="en-US"/>
          </a:p>
        </p:txBody>
      </p:sp>
      <p:sp>
        <p:nvSpPr>
          <p:cNvPr id="6" name="Slide Number Placeholder 5">
            <a:extLst>
              <a:ext uri="{FF2B5EF4-FFF2-40B4-BE49-F238E27FC236}">
                <a16:creationId xmlns:a16="http://schemas.microsoft.com/office/drawing/2014/main" id="{83797C00-9047-0929-D857-62BD71E64A49}"/>
              </a:ext>
            </a:extLst>
          </p:cNvPr>
          <p:cNvSpPr>
            <a:spLocks noGrp="1"/>
          </p:cNvSpPr>
          <p:nvPr>
            <p:ph type="sldNum" sz="quarter" idx="12"/>
          </p:nvPr>
        </p:nvSpPr>
        <p:spPr>
          <a:xfrm>
            <a:off x="8861164" y="6275903"/>
            <a:ext cx="2743200" cy="365125"/>
          </a:xfrm>
        </p:spPr>
        <p:txBody>
          <a:bodyPr/>
          <a:lstStyle>
            <a:lvl1pPr>
              <a:defRPr sz="1400">
                <a:solidFill>
                  <a:schemeClr val="tx1"/>
                </a:solidFill>
                <a:latin typeface="Times New Roman" panose="02020603050405020304" pitchFamily="18" charset="0"/>
                <a:cs typeface="Times New Roman" panose="02020603050405020304" pitchFamily="18" charset="0"/>
              </a:defRPr>
            </a:lvl1pPr>
          </a:lstStyle>
          <a:p>
            <a:fld id="{61747C95-3AE6-4FC3-BEF5-3AF60B1E4490}" type="slidenum">
              <a:rPr lang="en-US" smtClean="0"/>
              <a:pPr/>
              <a:t>‹#›</a:t>
            </a:fld>
            <a:endParaRPr lang="en-US"/>
          </a:p>
        </p:txBody>
      </p:sp>
      <p:pic>
        <p:nvPicPr>
          <p:cNvPr id="18" name="Picture 17">
            <a:extLst>
              <a:ext uri="{FF2B5EF4-FFF2-40B4-BE49-F238E27FC236}">
                <a16:creationId xmlns:a16="http://schemas.microsoft.com/office/drawing/2014/main" id="{0F6AC47E-7BEC-9CFA-98CC-122A5EFB179F}"/>
              </a:ext>
            </a:extLst>
          </p:cNvPr>
          <p:cNvPicPr>
            <a:picLocks noChangeAspect="1"/>
          </p:cNvPicPr>
          <p:nvPr userDrawn="1"/>
        </p:nvPicPr>
        <p:blipFill>
          <a:blip r:embed="rId3" cstate="hqprint">
            <a:extLst>
              <a:ext uri="{28A0092B-C50C-407E-A947-70E740481C1C}">
                <a14:useLocalDpi xmlns:a14="http://schemas.microsoft.com/office/drawing/2010/main" val="0"/>
              </a:ext>
            </a:extLst>
          </a:blip>
          <a:srcRect/>
          <a:stretch/>
        </p:blipFill>
        <p:spPr>
          <a:xfrm>
            <a:off x="433178" y="334428"/>
            <a:ext cx="6048812" cy="821778"/>
          </a:xfrm>
          <a:prstGeom prst="rect">
            <a:avLst/>
          </a:prstGeom>
        </p:spPr>
      </p:pic>
      <p:pic>
        <p:nvPicPr>
          <p:cNvPr id="17" name="Picture 16" descr="A collage of buildings&#10;&#10;Description automatically generated">
            <a:extLst>
              <a:ext uri="{FF2B5EF4-FFF2-40B4-BE49-F238E27FC236}">
                <a16:creationId xmlns:a16="http://schemas.microsoft.com/office/drawing/2014/main" id="{2C926919-0388-D0B2-066B-AC401AA868B1}"/>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6696445" y="426461"/>
            <a:ext cx="5495555" cy="6032004"/>
          </a:xfrm>
          <a:prstGeom prst="rect">
            <a:avLst/>
          </a:prstGeom>
        </p:spPr>
      </p:pic>
    </p:spTree>
    <p:extLst>
      <p:ext uri="{BB962C8B-B14F-4D97-AF65-F5344CB8AC3E}">
        <p14:creationId xmlns:p14="http://schemas.microsoft.com/office/powerpoint/2010/main" val="20587941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 preserve="1">
  <p:cSld name="NN">
    <p:spTree>
      <p:nvGrpSpPr>
        <p:cNvPr id="1" name=""/>
        <p:cNvGrpSpPr/>
        <p:nvPr/>
      </p:nvGrpSpPr>
      <p:grpSpPr>
        <a:xfrm>
          <a:off x="0" y="0"/>
          <a:ext cx="0" cy="0"/>
          <a:chOff x="0" y="0"/>
          <a:chExt cx="0" cy="0"/>
        </a:xfrm>
      </p:grpSpPr>
      <p:pic>
        <p:nvPicPr>
          <p:cNvPr id="20" name="Picture 19" descr="A black background with lines&#10;&#10;Description automatically generated">
            <a:extLst>
              <a:ext uri="{FF2B5EF4-FFF2-40B4-BE49-F238E27FC236}">
                <a16:creationId xmlns:a16="http://schemas.microsoft.com/office/drawing/2014/main" id="{59D5D339-CE54-5D8C-B122-635F33334E9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 y="0"/>
            <a:ext cx="13719239" cy="6858000"/>
          </a:xfrm>
          <a:prstGeom prst="rect">
            <a:avLst/>
          </a:prstGeom>
        </p:spPr>
      </p:pic>
      <p:sp>
        <p:nvSpPr>
          <p:cNvPr id="2" name="Title 1">
            <a:extLst>
              <a:ext uri="{FF2B5EF4-FFF2-40B4-BE49-F238E27FC236}">
                <a16:creationId xmlns:a16="http://schemas.microsoft.com/office/drawing/2014/main" id="{935B4050-F807-0B54-1B29-4E04D94095F5}"/>
              </a:ext>
            </a:extLst>
          </p:cNvPr>
          <p:cNvSpPr>
            <a:spLocks noGrp="1"/>
          </p:cNvSpPr>
          <p:nvPr>
            <p:ph type="ctrTitle"/>
          </p:nvPr>
        </p:nvSpPr>
        <p:spPr>
          <a:xfrm>
            <a:off x="240481" y="1782501"/>
            <a:ext cx="6596991" cy="1405577"/>
          </a:xfrm>
        </p:spPr>
        <p:txBody>
          <a:bodyPr anchor="ctr">
            <a:noAutofit/>
          </a:bodyPr>
          <a:lstStyle>
            <a:lvl1pPr algn="ctr">
              <a:defRPr sz="4000">
                <a:solidFill>
                  <a:schemeClr val="tx1"/>
                </a:solidFill>
                <a:latin typeface="Times New Roman" panose="02020603050405020304" pitchFamily="18" charset="0"/>
                <a:cs typeface="Times New Roman" panose="02020603050405020304" pitchFamily="18" charset="0"/>
              </a:defRPr>
            </a:lvl1pPr>
          </a:lstStyle>
          <a:p>
            <a:r>
              <a:rPr lang="en-US" dirty="0"/>
              <a:t>Click to edit Master title style</a:t>
            </a:r>
          </a:p>
        </p:txBody>
      </p:sp>
      <p:sp>
        <p:nvSpPr>
          <p:cNvPr id="3" name="Subtitle 2">
            <a:extLst>
              <a:ext uri="{FF2B5EF4-FFF2-40B4-BE49-F238E27FC236}">
                <a16:creationId xmlns:a16="http://schemas.microsoft.com/office/drawing/2014/main" id="{9A253E77-CDD6-E9E4-6A22-A5C6BBDCD020}"/>
              </a:ext>
            </a:extLst>
          </p:cNvPr>
          <p:cNvSpPr>
            <a:spLocks noGrp="1"/>
          </p:cNvSpPr>
          <p:nvPr>
            <p:ph type="subTitle" idx="1"/>
          </p:nvPr>
        </p:nvSpPr>
        <p:spPr>
          <a:xfrm>
            <a:off x="217087" y="3582634"/>
            <a:ext cx="6620386" cy="1655762"/>
          </a:xfrm>
        </p:spPr>
        <p:txBody>
          <a:bodyPr anchor="ctr">
            <a:normAutofit/>
          </a:bodyPr>
          <a:lstStyle>
            <a:lvl1pPr marL="0" indent="0" algn="ctr">
              <a:buNone/>
              <a:defRPr sz="2800">
                <a:latin typeface="Times New Roman" panose="02020603050405020304" pitchFamily="18" charset="0"/>
                <a:cs typeface="Times New Roman" panose="02020603050405020304" pitchFamily="18"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4413C27-82F1-76DA-B60D-675E647EC1A2}"/>
              </a:ext>
            </a:extLst>
          </p:cNvPr>
          <p:cNvSpPr>
            <a:spLocks noGrp="1"/>
          </p:cNvSpPr>
          <p:nvPr>
            <p:ph type="dt" sz="half" idx="10"/>
          </p:nvPr>
        </p:nvSpPr>
        <p:spPr/>
        <p:txBody>
          <a:bodyPr/>
          <a:lstStyle>
            <a:lvl1pPr>
              <a:defRPr sz="1400">
                <a:solidFill>
                  <a:schemeClr val="tx1"/>
                </a:solidFill>
                <a:latin typeface="Times New Roman" panose="02020603050405020304" pitchFamily="18" charset="0"/>
                <a:cs typeface="Times New Roman" panose="02020603050405020304" pitchFamily="18" charset="0"/>
              </a:defRPr>
            </a:lvl1pPr>
          </a:lstStyle>
          <a:p>
            <a:fld id="{AD602975-B289-4314-8493-37304AB31C48}" type="datetimeFigureOut">
              <a:rPr lang="en-US" smtClean="0"/>
              <a:pPr/>
              <a:t>9/27/2026</a:t>
            </a:fld>
            <a:endParaRPr lang="en-US"/>
          </a:p>
        </p:txBody>
      </p:sp>
      <p:sp>
        <p:nvSpPr>
          <p:cNvPr id="5" name="Footer Placeholder 4">
            <a:extLst>
              <a:ext uri="{FF2B5EF4-FFF2-40B4-BE49-F238E27FC236}">
                <a16:creationId xmlns:a16="http://schemas.microsoft.com/office/drawing/2014/main" id="{031F657E-DEA8-04F4-AC07-C202848E6FD2}"/>
              </a:ext>
            </a:extLst>
          </p:cNvPr>
          <p:cNvSpPr>
            <a:spLocks noGrp="1"/>
          </p:cNvSpPr>
          <p:nvPr>
            <p:ph type="ftr" sz="quarter" idx="11"/>
          </p:nvPr>
        </p:nvSpPr>
        <p:spPr/>
        <p:txBody>
          <a:bodyPr/>
          <a:lstStyle>
            <a:lvl1pPr>
              <a:defRPr sz="1400">
                <a:solidFill>
                  <a:schemeClr val="tx1"/>
                </a:solidFill>
                <a:latin typeface="Times New Roman" panose="02020603050405020304" pitchFamily="18" charset="0"/>
                <a:cs typeface="Times New Roman" panose="02020603050405020304" pitchFamily="18" charset="0"/>
              </a:defRPr>
            </a:lvl1pPr>
          </a:lstStyle>
          <a:p>
            <a:endParaRPr lang="en-US"/>
          </a:p>
        </p:txBody>
      </p:sp>
      <p:sp>
        <p:nvSpPr>
          <p:cNvPr id="6" name="Slide Number Placeholder 5">
            <a:extLst>
              <a:ext uri="{FF2B5EF4-FFF2-40B4-BE49-F238E27FC236}">
                <a16:creationId xmlns:a16="http://schemas.microsoft.com/office/drawing/2014/main" id="{83797C00-9047-0929-D857-62BD71E64A49}"/>
              </a:ext>
            </a:extLst>
          </p:cNvPr>
          <p:cNvSpPr>
            <a:spLocks noGrp="1"/>
          </p:cNvSpPr>
          <p:nvPr>
            <p:ph type="sldNum" sz="quarter" idx="12"/>
          </p:nvPr>
        </p:nvSpPr>
        <p:spPr>
          <a:xfrm>
            <a:off x="8861164" y="6275903"/>
            <a:ext cx="2743200" cy="365125"/>
          </a:xfrm>
        </p:spPr>
        <p:txBody>
          <a:bodyPr/>
          <a:lstStyle>
            <a:lvl1pPr>
              <a:defRPr sz="1400">
                <a:solidFill>
                  <a:schemeClr val="tx1"/>
                </a:solidFill>
                <a:latin typeface="Times New Roman" panose="02020603050405020304" pitchFamily="18" charset="0"/>
                <a:cs typeface="Times New Roman" panose="02020603050405020304" pitchFamily="18" charset="0"/>
              </a:defRPr>
            </a:lvl1pPr>
          </a:lstStyle>
          <a:p>
            <a:fld id="{61747C95-3AE6-4FC3-BEF5-3AF60B1E4490}" type="slidenum">
              <a:rPr lang="en-US" smtClean="0"/>
              <a:pPr/>
              <a:t>‹#›</a:t>
            </a:fld>
            <a:endParaRPr lang="en-US"/>
          </a:p>
        </p:txBody>
      </p:sp>
      <p:pic>
        <p:nvPicPr>
          <p:cNvPr id="18" name="Picture 17">
            <a:extLst>
              <a:ext uri="{FF2B5EF4-FFF2-40B4-BE49-F238E27FC236}">
                <a16:creationId xmlns:a16="http://schemas.microsoft.com/office/drawing/2014/main" id="{0F6AC47E-7BEC-9CFA-98CC-122A5EFB179F}"/>
              </a:ext>
            </a:extLst>
          </p:cNvPr>
          <p:cNvPicPr>
            <a:picLocks noChangeAspect="1"/>
          </p:cNvPicPr>
          <p:nvPr userDrawn="1"/>
        </p:nvPicPr>
        <p:blipFill>
          <a:blip r:embed="rId3" cstate="hqprint">
            <a:extLst>
              <a:ext uri="{28A0092B-C50C-407E-A947-70E740481C1C}">
                <a14:useLocalDpi xmlns:a14="http://schemas.microsoft.com/office/drawing/2010/main" val="0"/>
              </a:ext>
            </a:extLst>
          </a:blip>
          <a:srcRect/>
          <a:stretch/>
        </p:blipFill>
        <p:spPr>
          <a:xfrm>
            <a:off x="463289" y="334428"/>
            <a:ext cx="5988589" cy="821778"/>
          </a:xfrm>
          <a:prstGeom prst="rect">
            <a:avLst/>
          </a:prstGeom>
        </p:spPr>
      </p:pic>
      <p:pic>
        <p:nvPicPr>
          <p:cNvPr id="17" name="Picture 16" descr="A collage of buildings&#10;&#10;Description automatically generated">
            <a:extLst>
              <a:ext uri="{FF2B5EF4-FFF2-40B4-BE49-F238E27FC236}">
                <a16:creationId xmlns:a16="http://schemas.microsoft.com/office/drawing/2014/main" id="{2C926919-0388-D0B2-066B-AC401AA868B1}"/>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6696445" y="426461"/>
            <a:ext cx="5495555" cy="6032004"/>
          </a:xfrm>
          <a:prstGeom prst="rect">
            <a:avLst/>
          </a:prstGeom>
        </p:spPr>
      </p:pic>
    </p:spTree>
    <p:extLst>
      <p:ext uri="{BB962C8B-B14F-4D97-AF65-F5344CB8AC3E}">
        <p14:creationId xmlns:p14="http://schemas.microsoft.com/office/powerpoint/2010/main" val="13767781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 preserve="1">
  <p:cSld name="KT">
    <p:spTree>
      <p:nvGrpSpPr>
        <p:cNvPr id="1" name=""/>
        <p:cNvGrpSpPr/>
        <p:nvPr/>
      </p:nvGrpSpPr>
      <p:grpSpPr>
        <a:xfrm>
          <a:off x="0" y="0"/>
          <a:ext cx="0" cy="0"/>
          <a:chOff x="0" y="0"/>
          <a:chExt cx="0" cy="0"/>
        </a:xfrm>
      </p:grpSpPr>
      <p:pic>
        <p:nvPicPr>
          <p:cNvPr id="20" name="Picture 19" descr="A black background with lines&#10;&#10;Description automatically generated">
            <a:extLst>
              <a:ext uri="{FF2B5EF4-FFF2-40B4-BE49-F238E27FC236}">
                <a16:creationId xmlns:a16="http://schemas.microsoft.com/office/drawing/2014/main" id="{59D5D339-CE54-5D8C-B122-635F33334E9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 y="0"/>
            <a:ext cx="13719239" cy="6858000"/>
          </a:xfrm>
          <a:prstGeom prst="rect">
            <a:avLst/>
          </a:prstGeom>
        </p:spPr>
      </p:pic>
      <p:sp>
        <p:nvSpPr>
          <p:cNvPr id="2" name="Title 1">
            <a:extLst>
              <a:ext uri="{FF2B5EF4-FFF2-40B4-BE49-F238E27FC236}">
                <a16:creationId xmlns:a16="http://schemas.microsoft.com/office/drawing/2014/main" id="{935B4050-F807-0B54-1B29-4E04D94095F5}"/>
              </a:ext>
            </a:extLst>
          </p:cNvPr>
          <p:cNvSpPr>
            <a:spLocks noGrp="1"/>
          </p:cNvSpPr>
          <p:nvPr>
            <p:ph type="ctrTitle"/>
          </p:nvPr>
        </p:nvSpPr>
        <p:spPr>
          <a:xfrm>
            <a:off x="240481" y="1782501"/>
            <a:ext cx="6596991" cy="1405577"/>
          </a:xfrm>
        </p:spPr>
        <p:txBody>
          <a:bodyPr anchor="ctr">
            <a:noAutofit/>
          </a:bodyPr>
          <a:lstStyle>
            <a:lvl1pPr algn="ctr">
              <a:defRPr sz="4000">
                <a:solidFill>
                  <a:schemeClr val="tx1"/>
                </a:solidFill>
                <a:latin typeface="Times New Roman" panose="02020603050405020304" pitchFamily="18" charset="0"/>
                <a:cs typeface="Times New Roman" panose="02020603050405020304" pitchFamily="18" charset="0"/>
              </a:defRPr>
            </a:lvl1pPr>
          </a:lstStyle>
          <a:p>
            <a:r>
              <a:rPr lang="en-US" dirty="0"/>
              <a:t>Click to edit Master title style</a:t>
            </a:r>
          </a:p>
        </p:txBody>
      </p:sp>
      <p:sp>
        <p:nvSpPr>
          <p:cNvPr id="3" name="Subtitle 2">
            <a:extLst>
              <a:ext uri="{FF2B5EF4-FFF2-40B4-BE49-F238E27FC236}">
                <a16:creationId xmlns:a16="http://schemas.microsoft.com/office/drawing/2014/main" id="{9A253E77-CDD6-E9E4-6A22-A5C6BBDCD020}"/>
              </a:ext>
            </a:extLst>
          </p:cNvPr>
          <p:cNvSpPr>
            <a:spLocks noGrp="1"/>
          </p:cNvSpPr>
          <p:nvPr>
            <p:ph type="subTitle" idx="1"/>
          </p:nvPr>
        </p:nvSpPr>
        <p:spPr>
          <a:xfrm>
            <a:off x="217087" y="3582634"/>
            <a:ext cx="6620386" cy="1655762"/>
          </a:xfrm>
        </p:spPr>
        <p:txBody>
          <a:bodyPr anchor="ctr">
            <a:normAutofit/>
          </a:bodyPr>
          <a:lstStyle>
            <a:lvl1pPr marL="0" indent="0" algn="ctr">
              <a:buNone/>
              <a:defRPr sz="2800">
                <a:latin typeface="Times New Roman" panose="02020603050405020304" pitchFamily="18" charset="0"/>
                <a:cs typeface="Times New Roman" panose="02020603050405020304" pitchFamily="18"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4413C27-82F1-76DA-B60D-675E647EC1A2}"/>
              </a:ext>
            </a:extLst>
          </p:cNvPr>
          <p:cNvSpPr>
            <a:spLocks noGrp="1"/>
          </p:cNvSpPr>
          <p:nvPr>
            <p:ph type="dt" sz="half" idx="10"/>
          </p:nvPr>
        </p:nvSpPr>
        <p:spPr/>
        <p:txBody>
          <a:bodyPr/>
          <a:lstStyle>
            <a:lvl1pPr>
              <a:defRPr sz="1400">
                <a:solidFill>
                  <a:schemeClr val="tx1"/>
                </a:solidFill>
                <a:latin typeface="Times New Roman" panose="02020603050405020304" pitchFamily="18" charset="0"/>
                <a:cs typeface="Times New Roman" panose="02020603050405020304" pitchFamily="18" charset="0"/>
              </a:defRPr>
            </a:lvl1pPr>
          </a:lstStyle>
          <a:p>
            <a:fld id="{AD602975-B289-4314-8493-37304AB31C48}" type="datetimeFigureOut">
              <a:rPr lang="en-US" smtClean="0"/>
              <a:pPr/>
              <a:t>9/27/2026</a:t>
            </a:fld>
            <a:endParaRPr lang="en-US"/>
          </a:p>
        </p:txBody>
      </p:sp>
      <p:sp>
        <p:nvSpPr>
          <p:cNvPr id="5" name="Footer Placeholder 4">
            <a:extLst>
              <a:ext uri="{FF2B5EF4-FFF2-40B4-BE49-F238E27FC236}">
                <a16:creationId xmlns:a16="http://schemas.microsoft.com/office/drawing/2014/main" id="{031F657E-DEA8-04F4-AC07-C202848E6FD2}"/>
              </a:ext>
            </a:extLst>
          </p:cNvPr>
          <p:cNvSpPr>
            <a:spLocks noGrp="1"/>
          </p:cNvSpPr>
          <p:nvPr>
            <p:ph type="ftr" sz="quarter" idx="11"/>
          </p:nvPr>
        </p:nvSpPr>
        <p:spPr/>
        <p:txBody>
          <a:bodyPr/>
          <a:lstStyle>
            <a:lvl1pPr>
              <a:defRPr sz="1400">
                <a:solidFill>
                  <a:schemeClr val="tx1"/>
                </a:solidFill>
                <a:latin typeface="Times New Roman" panose="02020603050405020304" pitchFamily="18" charset="0"/>
                <a:cs typeface="Times New Roman" panose="02020603050405020304" pitchFamily="18" charset="0"/>
              </a:defRPr>
            </a:lvl1pPr>
          </a:lstStyle>
          <a:p>
            <a:endParaRPr lang="en-US"/>
          </a:p>
        </p:txBody>
      </p:sp>
      <p:sp>
        <p:nvSpPr>
          <p:cNvPr id="6" name="Slide Number Placeholder 5">
            <a:extLst>
              <a:ext uri="{FF2B5EF4-FFF2-40B4-BE49-F238E27FC236}">
                <a16:creationId xmlns:a16="http://schemas.microsoft.com/office/drawing/2014/main" id="{83797C00-9047-0929-D857-62BD71E64A49}"/>
              </a:ext>
            </a:extLst>
          </p:cNvPr>
          <p:cNvSpPr>
            <a:spLocks noGrp="1"/>
          </p:cNvSpPr>
          <p:nvPr>
            <p:ph type="sldNum" sz="quarter" idx="12"/>
          </p:nvPr>
        </p:nvSpPr>
        <p:spPr>
          <a:xfrm>
            <a:off x="8861164" y="6275903"/>
            <a:ext cx="2743200" cy="365125"/>
          </a:xfrm>
        </p:spPr>
        <p:txBody>
          <a:bodyPr/>
          <a:lstStyle>
            <a:lvl1pPr>
              <a:defRPr sz="1400">
                <a:solidFill>
                  <a:schemeClr val="tx1"/>
                </a:solidFill>
                <a:latin typeface="Times New Roman" panose="02020603050405020304" pitchFamily="18" charset="0"/>
                <a:cs typeface="Times New Roman" panose="02020603050405020304" pitchFamily="18" charset="0"/>
              </a:defRPr>
            </a:lvl1pPr>
          </a:lstStyle>
          <a:p>
            <a:fld id="{61747C95-3AE6-4FC3-BEF5-3AF60B1E4490}" type="slidenum">
              <a:rPr lang="en-US" smtClean="0"/>
              <a:pPr/>
              <a:t>‹#›</a:t>
            </a:fld>
            <a:endParaRPr lang="en-US"/>
          </a:p>
        </p:txBody>
      </p:sp>
      <p:pic>
        <p:nvPicPr>
          <p:cNvPr id="18" name="Picture 17">
            <a:extLst>
              <a:ext uri="{FF2B5EF4-FFF2-40B4-BE49-F238E27FC236}">
                <a16:creationId xmlns:a16="http://schemas.microsoft.com/office/drawing/2014/main" id="{0F6AC47E-7BEC-9CFA-98CC-122A5EFB179F}"/>
              </a:ext>
            </a:extLst>
          </p:cNvPr>
          <p:cNvPicPr>
            <a:picLocks noChangeAspect="1"/>
          </p:cNvPicPr>
          <p:nvPr userDrawn="1"/>
        </p:nvPicPr>
        <p:blipFill>
          <a:blip r:embed="rId3" cstate="hqprint">
            <a:extLst>
              <a:ext uri="{28A0092B-C50C-407E-A947-70E740481C1C}">
                <a14:useLocalDpi xmlns:a14="http://schemas.microsoft.com/office/drawing/2010/main" val="0"/>
              </a:ext>
            </a:extLst>
          </a:blip>
          <a:srcRect/>
          <a:stretch/>
        </p:blipFill>
        <p:spPr>
          <a:xfrm>
            <a:off x="466831" y="334428"/>
            <a:ext cx="5981505" cy="821778"/>
          </a:xfrm>
          <a:prstGeom prst="rect">
            <a:avLst/>
          </a:prstGeom>
        </p:spPr>
      </p:pic>
      <p:pic>
        <p:nvPicPr>
          <p:cNvPr id="17" name="Picture 16" descr="A collage of buildings&#10;&#10;Description automatically generated">
            <a:extLst>
              <a:ext uri="{FF2B5EF4-FFF2-40B4-BE49-F238E27FC236}">
                <a16:creationId xmlns:a16="http://schemas.microsoft.com/office/drawing/2014/main" id="{2C926919-0388-D0B2-066B-AC401AA868B1}"/>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6696445" y="426461"/>
            <a:ext cx="5495555" cy="6032004"/>
          </a:xfrm>
          <a:prstGeom prst="rect">
            <a:avLst/>
          </a:prstGeom>
        </p:spPr>
      </p:pic>
    </p:spTree>
    <p:extLst>
      <p:ext uri="{BB962C8B-B14F-4D97-AF65-F5344CB8AC3E}">
        <p14:creationId xmlns:p14="http://schemas.microsoft.com/office/powerpoint/2010/main" val="1639928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SPKT">
    <p:spTree>
      <p:nvGrpSpPr>
        <p:cNvPr id="1" name=""/>
        <p:cNvGrpSpPr/>
        <p:nvPr/>
      </p:nvGrpSpPr>
      <p:grpSpPr>
        <a:xfrm>
          <a:off x="0" y="0"/>
          <a:ext cx="0" cy="0"/>
          <a:chOff x="0" y="0"/>
          <a:chExt cx="0" cy="0"/>
        </a:xfrm>
      </p:grpSpPr>
      <p:pic>
        <p:nvPicPr>
          <p:cNvPr id="20" name="Picture 19" descr="A black background with lines&#10;&#10;Description automatically generated">
            <a:extLst>
              <a:ext uri="{FF2B5EF4-FFF2-40B4-BE49-F238E27FC236}">
                <a16:creationId xmlns:a16="http://schemas.microsoft.com/office/drawing/2014/main" id="{59D5D339-CE54-5D8C-B122-635F33334E9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 y="0"/>
            <a:ext cx="13719239" cy="6858000"/>
          </a:xfrm>
          <a:prstGeom prst="rect">
            <a:avLst/>
          </a:prstGeom>
        </p:spPr>
      </p:pic>
      <p:sp>
        <p:nvSpPr>
          <p:cNvPr id="2" name="Title 1">
            <a:extLst>
              <a:ext uri="{FF2B5EF4-FFF2-40B4-BE49-F238E27FC236}">
                <a16:creationId xmlns:a16="http://schemas.microsoft.com/office/drawing/2014/main" id="{935B4050-F807-0B54-1B29-4E04D94095F5}"/>
              </a:ext>
            </a:extLst>
          </p:cNvPr>
          <p:cNvSpPr>
            <a:spLocks noGrp="1"/>
          </p:cNvSpPr>
          <p:nvPr>
            <p:ph type="ctrTitle"/>
          </p:nvPr>
        </p:nvSpPr>
        <p:spPr>
          <a:xfrm>
            <a:off x="240481" y="1782501"/>
            <a:ext cx="6596991" cy="1405577"/>
          </a:xfrm>
        </p:spPr>
        <p:txBody>
          <a:bodyPr anchor="ctr">
            <a:noAutofit/>
          </a:bodyPr>
          <a:lstStyle>
            <a:lvl1pPr algn="ctr">
              <a:defRPr sz="4000">
                <a:solidFill>
                  <a:schemeClr val="tx1"/>
                </a:solidFill>
                <a:latin typeface="Times New Roman" panose="02020603050405020304" pitchFamily="18" charset="0"/>
                <a:cs typeface="Times New Roman" panose="02020603050405020304" pitchFamily="18" charset="0"/>
              </a:defRPr>
            </a:lvl1pPr>
          </a:lstStyle>
          <a:p>
            <a:r>
              <a:rPr lang="en-US" dirty="0"/>
              <a:t>Click to edit Master title style</a:t>
            </a:r>
          </a:p>
        </p:txBody>
      </p:sp>
      <p:sp>
        <p:nvSpPr>
          <p:cNvPr id="3" name="Subtitle 2">
            <a:extLst>
              <a:ext uri="{FF2B5EF4-FFF2-40B4-BE49-F238E27FC236}">
                <a16:creationId xmlns:a16="http://schemas.microsoft.com/office/drawing/2014/main" id="{9A253E77-CDD6-E9E4-6A22-A5C6BBDCD020}"/>
              </a:ext>
            </a:extLst>
          </p:cNvPr>
          <p:cNvSpPr>
            <a:spLocks noGrp="1"/>
          </p:cNvSpPr>
          <p:nvPr>
            <p:ph type="subTitle" idx="1"/>
          </p:nvPr>
        </p:nvSpPr>
        <p:spPr>
          <a:xfrm>
            <a:off x="217087" y="3582634"/>
            <a:ext cx="6620386" cy="1655762"/>
          </a:xfrm>
        </p:spPr>
        <p:txBody>
          <a:bodyPr anchor="ctr">
            <a:normAutofit/>
          </a:bodyPr>
          <a:lstStyle>
            <a:lvl1pPr marL="0" indent="0" algn="ctr">
              <a:buNone/>
              <a:defRPr sz="2800">
                <a:latin typeface="Times New Roman" panose="02020603050405020304" pitchFamily="18" charset="0"/>
                <a:cs typeface="Times New Roman" panose="02020603050405020304" pitchFamily="18"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4413C27-82F1-76DA-B60D-675E647EC1A2}"/>
              </a:ext>
            </a:extLst>
          </p:cNvPr>
          <p:cNvSpPr>
            <a:spLocks noGrp="1"/>
          </p:cNvSpPr>
          <p:nvPr>
            <p:ph type="dt" sz="half" idx="10"/>
          </p:nvPr>
        </p:nvSpPr>
        <p:spPr/>
        <p:txBody>
          <a:bodyPr/>
          <a:lstStyle>
            <a:lvl1pPr>
              <a:defRPr sz="1400">
                <a:solidFill>
                  <a:schemeClr val="tx1"/>
                </a:solidFill>
                <a:latin typeface="Times New Roman" panose="02020603050405020304" pitchFamily="18" charset="0"/>
                <a:cs typeface="Times New Roman" panose="02020603050405020304" pitchFamily="18" charset="0"/>
              </a:defRPr>
            </a:lvl1pPr>
          </a:lstStyle>
          <a:p>
            <a:fld id="{AD602975-B289-4314-8493-37304AB31C48}" type="datetimeFigureOut">
              <a:rPr lang="en-US" smtClean="0"/>
              <a:pPr/>
              <a:t>9/27/2026</a:t>
            </a:fld>
            <a:endParaRPr lang="en-US"/>
          </a:p>
        </p:txBody>
      </p:sp>
      <p:sp>
        <p:nvSpPr>
          <p:cNvPr id="5" name="Footer Placeholder 4">
            <a:extLst>
              <a:ext uri="{FF2B5EF4-FFF2-40B4-BE49-F238E27FC236}">
                <a16:creationId xmlns:a16="http://schemas.microsoft.com/office/drawing/2014/main" id="{031F657E-DEA8-04F4-AC07-C202848E6FD2}"/>
              </a:ext>
            </a:extLst>
          </p:cNvPr>
          <p:cNvSpPr>
            <a:spLocks noGrp="1"/>
          </p:cNvSpPr>
          <p:nvPr>
            <p:ph type="ftr" sz="quarter" idx="11"/>
          </p:nvPr>
        </p:nvSpPr>
        <p:spPr/>
        <p:txBody>
          <a:bodyPr/>
          <a:lstStyle>
            <a:lvl1pPr>
              <a:defRPr sz="1400">
                <a:solidFill>
                  <a:schemeClr val="tx1"/>
                </a:solidFill>
                <a:latin typeface="Times New Roman" panose="02020603050405020304" pitchFamily="18" charset="0"/>
                <a:cs typeface="Times New Roman" panose="02020603050405020304" pitchFamily="18" charset="0"/>
              </a:defRPr>
            </a:lvl1pPr>
          </a:lstStyle>
          <a:p>
            <a:endParaRPr lang="en-US"/>
          </a:p>
        </p:txBody>
      </p:sp>
      <p:sp>
        <p:nvSpPr>
          <p:cNvPr id="6" name="Slide Number Placeholder 5">
            <a:extLst>
              <a:ext uri="{FF2B5EF4-FFF2-40B4-BE49-F238E27FC236}">
                <a16:creationId xmlns:a16="http://schemas.microsoft.com/office/drawing/2014/main" id="{83797C00-9047-0929-D857-62BD71E64A49}"/>
              </a:ext>
            </a:extLst>
          </p:cNvPr>
          <p:cNvSpPr>
            <a:spLocks noGrp="1"/>
          </p:cNvSpPr>
          <p:nvPr>
            <p:ph type="sldNum" sz="quarter" idx="12"/>
          </p:nvPr>
        </p:nvSpPr>
        <p:spPr>
          <a:xfrm>
            <a:off x="8861164" y="6275903"/>
            <a:ext cx="2743200" cy="365125"/>
          </a:xfrm>
        </p:spPr>
        <p:txBody>
          <a:bodyPr/>
          <a:lstStyle>
            <a:lvl1pPr>
              <a:defRPr sz="1400">
                <a:solidFill>
                  <a:schemeClr val="tx1"/>
                </a:solidFill>
                <a:latin typeface="Times New Roman" panose="02020603050405020304" pitchFamily="18" charset="0"/>
                <a:cs typeface="Times New Roman" panose="02020603050405020304" pitchFamily="18" charset="0"/>
              </a:defRPr>
            </a:lvl1pPr>
          </a:lstStyle>
          <a:p>
            <a:fld id="{61747C95-3AE6-4FC3-BEF5-3AF60B1E4490}" type="slidenum">
              <a:rPr lang="en-US" smtClean="0"/>
              <a:pPr/>
              <a:t>‹#›</a:t>
            </a:fld>
            <a:endParaRPr lang="en-US"/>
          </a:p>
        </p:txBody>
      </p:sp>
      <p:pic>
        <p:nvPicPr>
          <p:cNvPr id="18" name="Picture 17">
            <a:extLst>
              <a:ext uri="{FF2B5EF4-FFF2-40B4-BE49-F238E27FC236}">
                <a16:creationId xmlns:a16="http://schemas.microsoft.com/office/drawing/2014/main" id="{0F6AC47E-7BEC-9CFA-98CC-122A5EFB179F}"/>
              </a:ext>
            </a:extLst>
          </p:cNvPr>
          <p:cNvPicPr>
            <a:picLocks noChangeAspect="1"/>
          </p:cNvPicPr>
          <p:nvPr userDrawn="1"/>
        </p:nvPicPr>
        <p:blipFill>
          <a:blip r:embed="rId3" cstate="hqprint">
            <a:extLst>
              <a:ext uri="{28A0092B-C50C-407E-A947-70E740481C1C}">
                <a14:useLocalDpi xmlns:a14="http://schemas.microsoft.com/office/drawing/2010/main" val="0"/>
              </a:ext>
            </a:extLst>
          </a:blip>
          <a:srcRect/>
          <a:stretch/>
        </p:blipFill>
        <p:spPr>
          <a:xfrm>
            <a:off x="466831" y="334833"/>
            <a:ext cx="5981505" cy="820967"/>
          </a:xfrm>
          <a:prstGeom prst="rect">
            <a:avLst/>
          </a:prstGeom>
        </p:spPr>
      </p:pic>
      <p:pic>
        <p:nvPicPr>
          <p:cNvPr id="17" name="Picture 16" descr="A collage of buildings&#10;&#10;Description automatically generated">
            <a:extLst>
              <a:ext uri="{FF2B5EF4-FFF2-40B4-BE49-F238E27FC236}">
                <a16:creationId xmlns:a16="http://schemas.microsoft.com/office/drawing/2014/main" id="{2C926919-0388-D0B2-066B-AC401AA868B1}"/>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6696445" y="426461"/>
            <a:ext cx="5495555" cy="6032004"/>
          </a:xfrm>
          <a:prstGeom prst="rect">
            <a:avLst/>
          </a:prstGeom>
        </p:spPr>
      </p:pic>
    </p:spTree>
    <p:extLst>
      <p:ext uri="{BB962C8B-B14F-4D97-AF65-F5344CB8AC3E}">
        <p14:creationId xmlns:p14="http://schemas.microsoft.com/office/powerpoint/2010/main" val="391921722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LLCT">
    <p:spTree>
      <p:nvGrpSpPr>
        <p:cNvPr id="1" name=""/>
        <p:cNvGrpSpPr/>
        <p:nvPr/>
      </p:nvGrpSpPr>
      <p:grpSpPr>
        <a:xfrm>
          <a:off x="0" y="0"/>
          <a:ext cx="0" cy="0"/>
          <a:chOff x="0" y="0"/>
          <a:chExt cx="0" cy="0"/>
        </a:xfrm>
      </p:grpSpPr>
      <p:pic>
        <p:nvPicPr>
          <p:cNvPr id="20" name="Picture 19" descr="A black background with lines&#10;&#10;Description automatically generated">
            <a:extLst>
              <a:ext uri="{FF2B5EF4-FFF2-40B4-BE49-F238E27FC236}">
                <a16:creationId xmlns:a16="http://schemas.microsoft.com/office/drawing/2014/main" id="{59D5D339-CE54-5D8C-B122-635F33334E9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 y="0"/>
            <a:ext cx="13719239" cy="6858000"/>
          </a:xfrm>
          <a:prstGeom prst="rect">
            <a:avLst/>
          </a:prstGeom>
        </p:spPr>
      </p:pic>
      <p:sp>
        <p:nvSpPr>
          <p:cNvPr id="2" name="Title 1">
            <a:extLst>
              <a:ext uri="{FF2B5EF4-FFF2-40B4-BE49-F238E27FC236}">
                <a16:creationId xmlns:a16="http://schemas.microsoft.com/office/drawing/2014/main" id="{935B4050-F807-0B54-1B29-4E04D94095F5}"/>
              </a:ext>
            </a:extLst>
          </p:cNvPr>
          <p:cNvSpPr>
            <a:spLocks noGrp="1"/>
          </p:cNvSpPr>
          <p:nvPr>
            <p:ph type="ctrTitle"/>
          </p:nvPr>
        </p:nvSpPr>
        <p:spPr>
          <a:xfrm>
            <a:off x="240481" y="1782501"/>
            <a:ext cx="6596991" cy="1405577"/>
          </a:xfrm>
        </p:spPr>
        <p:txBody>
          <a:bodyPr anchor="ctr">
            <a:noAutofit/>
          </a:bodyPr>
          <a:lstStyle>
            <a:lvl1pPr algn="ctr">
              <a:defRPr sz="4000">
                <a:solidFill>
                  <a:schemeClr val="tx1"/>
                </a:solidFill>
                <a:latin typeface="Times New Roman" panose="02020603050405020304" pitchFamily="18" charset="0"/>
                <a:cs typeface="Times New Roman" panose="02020603050405020304" pitchFamily="18" charset="0"/>
              </a:defRPr>
            </a:lvl1pPr>
          </a:lstStyle>
          <a:p>
            <a:r>
              <a:rPr lang="en-US" dirty="0"/>
              <a:t>Click to edit Master title style</a:t>
            </a:r>
          </a:p>
        </p:txBody>
      </p:sp>
      <p:sp>
        <p:nvSpPr>
          <p:cNvPr id="3" name="Subtitle 2">
            <a:extLst>
              <a:ext uri="{FF2B5EF4-FFF2-40B4-BE49-F238E27FC236}">
                <a16:creationId xmlns:a16="http://schemas.microsoft.com/office/drawing/2014/main" id="{9A253E77-CDD6-E9E4-6A22-A5C6BBDCD020}"/>
              </a:ext>
            </a:extLst>
          </p:cNvPr>
          <p:cNvSpPr>
            <a:spLocks noGrp="1"/>
          </p:cNvSpPr>
          <p:nvPr>
            <p:ph type="subTitle" idx="1"/>
          </p:nvPr>
        </p:nvSpPr>
        <p:spPr>
          <a:xfrm>
            <a:off x="217087" y="3582634"/>
            <a:ext cx="6620386" cy="1655762"/>
          </a:xfrm>
        </p:spPr>
        <p:txBody>
          <a:bodyPr anchor="ctr">
            <a:normAutofit/>
          </a:bodyPr>
          <a:lstStyle>
            <a:lvl1pPr marL="0" indent="0" algn="ctr">
              <a:buNone/>
              <a:defRPr sz="2800">
                <a:latin typeface="Times New Roman" panose="02020603050405020304" pitchFamily="18" charset="0"/>
                <a:cs typeface="Times New Roman" panose="02020603050405020304" pitchFamily="18"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4413C27-82F1-76DA-B60D-675E647EC1A2}"/>
              </a:ext>
            </a:extLst>
          </p:cNvPr>
          <p:cNvSpPr>
            <a:spLocks noGrp="1"/>
          </p:cNvSpPr>
          <p:nvPr>
            <p:ph type="dt" sz="half" idx="10"/>
          </p:nvPr>
        </p:nvSpPr>
        <p:spPr/>
        <p:txBody>
          <a:bodyPr/>
          <a:lstStyle>
            <a:lvl1pPr>
              <a:defRPr sz="1400">
                <a:solidFill>
                  <a:schemeClr val="tx1"/>
                </a:solidFill>
                <a:latin typeface="Times New Roman" panose="02020603050405020304" pitchFamily="18" charset="0"/>
                <a:cs typeface="Times New Roman" panose="02020603050405020304" pitchFamily="18" charset="0"/>
              </a:defRPr>
            </a:lvl1pPr>
          </a:lstStyle>
          <a:p>
            <a:fld id="{AD602975-B289-4314-8493-37304AB31C48}" type="datetimeFigureOut">
              <a:rPr lang="en-US" smtClean="0"/>
              <a:pPr/>
              <a:t>9/27/2026</a:t>
            </a:fld>
            <a:endParaRPr lang="en-US"/>
          </a:p>
        </p:txBody>
      </p:sp>
      <p:sp>
        <p:nvSpPr>
          <p:cNvPr id="5" name="Footer Placeholder 4">
            <a:extLst>
              <a:ext uri="{FF2B5EF4-FFF2-40B4-BE49-F238E27FC236}">
                <a16:creationId xmlns:a16="http://schemas.microsoft.com/office/drawing/2014/main" id="{031F657E-DEA8-04F4-AC07-C202848E6FD2}"/>
              </a:ext>
            </a:extLst>
          </p:cNvPr>
          <p:cNvSpPr>
            <a:spLocks noGrp="1"/>
          </p:cNvSpPr>
          <p:nvPr>
            <p:ph type="ftr" sz="quarter" idx="11"/>
          </p:nvPr>
        </p:nvSpPr>
        <p:spPr/>
        <p:txBody>
          <a:bodyPr/>
          <a:lstStyle>
            <a:lvl1pPr>
              <a:defRPr sz="1400">
                <a:solidFill>
                  <a:schemeClr val="tx1"/>
                </a:solidFill>
                <a:latin typeface="Times New Roman" panose="02020603050405020304" pitchFamily="18" charset="0"/>
                <a:cs typeface="Times New Roman" panose="02020603050405020304" pitchFamily="18" charset="0"/>
              </a:defRPr>
            </a:lvl1pPr>
          </a:lstStyle>
          <a:p>
            <a:endParaRPr lang="en-US"/>
          </a:p>
        </p:txBody>
      </p:sp>
      <p:sp>
        <p:nvSpPr>
          <p:cNvPr id="6" name="Slide Number Placeholder 5">
            <a:extLst>
              <a:ext uri="{FF2B5EF4-FFF2-40B4-BE49-F238E27FC236}">
                <a16:creationId xmlns:a16="http://schemas.microsoft.com/office/drawing/2014/main" id="{83797C00-9047-0929-D857-62BD71E64A49}"/>
              </a:ext>
            </a:extLst>
          </p:cNvPr>
          <p:cNvSpPr>
            <a:spLocks noGrp="1"/>
          </p:cNvSpPr>
          <p:nvPr>
            <p:ph type="sldNum" sz="quarter" idx="12"/>
          </p:nvPr>
        </p:nvSpPr>
        <p:spPr>
          <a:xfrm>
            <a:off x="8861164" y="6275903"/>
            <a:ext cx="2743200" cy="365125"/>
          </a:xfrm>
        </p:spPr>
        <p:txBody>
          <a:bodyPr/>
          <a:lstStyle>
            <a:lvl1pPr>
              <a:defRPr sz="1400">
                <a:solidFill>
                  <a:schemeClr val="tx1"/>
                </a:solidFill>
                <a:latin typeface="Times New Roman" panose="02020603050405020304" pitchFamily="18" charset="0"/>
                <a:cs typeface="Times New Roman" panose="02020603050405020304" pitchFamily="18" charset="0"/>
              </a:defRPr>
            </a:lvl1pPr>
          </a:lstStyle>
          <a:p>
            <a:fld id="{61747C95-3AE6-4FC3-BEF5-3AF60B1E4490}" type="slidenum">
              <a:rPr lang="en-US" smtClean="0"/>
              <a:pPr/>
              <a:t>‹#›</a:t>
            </a:fld>
            <a:endParaRPr lang="en-US"/>
          </a:p>
        </p:txBody>
      </p:sp>
      <p:pic>
        <p:nvPicPr>
          <p:cNvPr id="18" name="Picture 17">
            <a:extLst>
              <a:ext uri="{FF2B5EF4-FFF2-40B4-BE49-F238E27FC236}">
                <a16:creationId xmlns:a16="http://schemas.microsoft.com/office/drawing/2014/main" id="{0F6AC47E-7BEC-9CFA-98CC-122A5EFB179F}"/>
              </a:ext>
            </a:extLst>
          </p:cNvPr>
          <p:cNvPicPr>
            <a:picLocks noChangeAspect="1"/>
          </p:cNvPicPr>
          <p:nvPr userDrawn="1"/>
        </p:nvPicPr>
        <p:blipFill>
          <a:blip r:embed="rId3" cstate="hqprint">
            <a:extLst>
              <a:ext uri="{28A0092B-C50C-407E-A947-70E740481C1C}">
                <a14:useLocalDpi xmlns:a14="http://schemas.microsoft.com/office/drawing/2010/main" val="0"/>
              </a:ext>
            </a:extLst>
          </a:blip>
          <a:srcRect/>
          <a:stretch/>
        </p:blipFill>
        <p:spPr>
          <a:xfrm>
            <a:off x="469782" y="334833"/>
            <a:ext cx="5975602" cy="820967"/>
          </a:xfrm>
          <a:prstGeom prst="rect">
            <a:avLst/>
          </a:prstGeom>
        </p:spPr>
      </p:pic>
      <p:pic>
        <p:nvPicPr>
          <p:cNvPr id="17" name="Picture 16" descr="A collage of buildings&#10;&#10;Description automatically generated">
            <a:extLst>
              <a:ext uri="{FF2B5EF4-FFF2-40B4-BE49-F238E27FC236}">
                <a16:creationId xmlns:a16="http://schemas.microsoft.com/office/drawing/2014/main" id="{2C926919-0388-D0B2-066B-AC401AA868B1}"/>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6696445" y="426461"/>
            <a:ext cx="5495555" cy="6032004"/>
          </a:xfrm>
          <a:prstGeom prst="rect">
            <a:avLst/>
          </a:prstGeom>
        </p:spPr>
      </p:pic>
    </p:spTree>
    <p:extLst>
      <p:ext uri="{BB962C8B-B14F-4D97-AF65-F5344CB8AC3E}">
        <p14:creationId xmlns:p14="http://schemas.microsoft.com/office/powerpoint/2010/main" val="392098814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GDTC&amp;QP">
    <p:spTree>
      <p:nvGrpSpPr>
        <p:cNvPr id="1" name=""/>
        <p:cNvGrpSpPr/>
        <p:nvPr/>
      </p:nvGrpSpPr>
      <p:grpSpPr>
        <a:xfrm>
          <a:off x="0" y="0"/>
          <a:ext cx="0" cy="0"/>
          <a:chOff x="0" y="0"/>
          <a:chExt cx="0" cy="0"/>
        </a:xfrm>
      </p:grpSpPr>
      <p:pic>
        <p:nvPicPr>
          <p:cNvPr id="20" name="Picture 19" descr="A black background with lines&#10;&#10;Description automatically generated">
            <a:extLst>
              <a:ext uri="{FF2B5EF4-FFF2-40B4-BE49-F238E27FC236}">
                <a16:creationId xmlns:a16="http://schemas.microsoft.com/office/drawing/2014/main" id="{59D5D339-CE54-5D8C-B122-635F33334E9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 y="0"/>
            <a:ext cx="13719239" cy="6858000"/>
          </a:xfrm>
          <a:prstGeom prst="rect">
            <a:avLst/>
          </a:prstGeom>
        </p:spPr>
      </p:pic>
      <p:sp>
        <p:nvSpPr>
          <p:cNvPr id="2" name="Title 1">
            <a:extLst>
              <a:ext uri="{FF2B5EF4-FFF2-40B4-BE49-F238E27FC236}">
                <a16:creationId xmlns:a16="http://schemas.microsoft.com/office/drawing/2014/main" id="{935B4050-F807-0B54-1B29-4E04D94095F5}"/>
              </a:ext>
            </a:extLst>
          </p:cNvPr>
          <p:cNvSpPr>
            <a:spLocks noGrp="1"/>
          </p:cNvSpPr>
          <p:nvPr>
            <p:ph type="ctrTitle"/>
          </p:nvPr>
        </p:nvSpPr>
        <p:spPr>
          <a:xfrm>
            <a:off x="240481" y="1782501"/>
            <a:ext cx="6596991" cy="1405577"/>
          </a:xfrm>
        </p:spPr>
        <p:txBody>
          <a:bodyPr anchor="ctr">
            <a:noAutofit/>
          </a:bodyPr>
          <a:lstStyle>
            <a:lvl1pPr algn="ctr">
              <a:defRPr sz="4000">
                <a:solidFill>
                  <a:schemeClr val="tx1"/>
                </a:solidFill>
                <a:latin typeface="Times New Roman" panose="02020603050405020304" pitchFamily="18" charset="0"/>
                <a:cs typeface="Times New Roman" panose="02020603050405020304" pitchFamily="18" charset="0"/>
              </a:defRPr>
            </a:lvl1pPr>
          </a:lstStyle>
          <a:p>
            <a:r>
              <a:rPr lang="en-US" dirty="0"/>
              <a:t>Click to edit Master title style</a:t>
            </a:r>
          </a:p>
        </p:txBody>
      </p:sp>
      <p:sp>
        <p:nvSpPr>
          <p:cNvPr id="3" name="Subtitle 2">
            <a:extLst>
              <a:ext uri="{FF2B5EF4-FFF2-40B4-BE49-F238E27FC236}">
                <a16:creationId xmlns:a16="http://schemas.microsoft.com/office/drawing/2014/main" id="{9A253E77-CDD6-E9E4-6A22-A5C6BBDCD020}"/>
              </a:ext>
            </a:extLst>
          </p:cNvPr>
          <p:cNvSpPr>
            <a:spLocks noGrp="1"/>
          </p:cNvSpPr>
          <p:nvPr>
            <p:ph type="subTitle" idx="1"/>
          </p:nvPr>
        </p:nvSpPr>
        <p:spPr>
          <a:xfrm>
            <a:off x="217087" y="3582634"/>
            <a:ext cx="6620386" cy="1655762"/>
          </a:xfrm>
        </p:spPr>
        <p:txBody>
          <a:bodyPr anchor="ctr">
            <a:normAutofit/>
          </a:bodyPr>
          <a:lstStyle>
            <a:lvl1pPr marL="0" indent="0" algn="ctr">
              <a:buNone/>
              <a:defRPr sz="2800">
                <a:latin typeface="Times New Roman" panose="02020603050405020304" pitchFamily="18" charset="0"/>
                <a:cs typeface="Times New Roman" panose="02020603050405020304" pitchFamily="18"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4413C27-82F1-76DA-B60D-675E647EC1A2}"/>
              </a:ext>
            </a:extLst>
          </p:cNvPr>
          <p:cNvSpPr>
            <a:spLocks noGrp="1"/>
          </p:cNvSpPr>
          <p:nvPr>
            <p:ph type="dt" sz="half" idx="10"/>
          </p:nvPr>
        </p:nvSpPr>
        <p:spPr/>
        <p:txBody>
          <a:bodyPr/>
          <a:lstStyle>
            <a:lvl1pPr>
              <a:defRPr sz="1400">
                <a:solidFill>
                  <a:schemeClr val="tx1"/>
                </a:solidFill>
                <a:latin typeface="Times New Roman" panose="02020603050405020304" pitchFamily="18" charset="0"/>
                <a:cs typeface="Times New Roman" panose="02020603050405020304" pitchFamily="18" charset="0"/>
              </a:defRPr>
            </a:lvl1pPr>
          </a:lstStyle>
          <a:p>
            <a:fld id="{AD602975-B289-4314-8493-37304AB31C48}" type="datetimeFigureOut">
              <a:rPr lang="en-US" smtClean="0"/>
              <a:pPr/>
              <a:t>9/27/2026</a:t>
            </a:fld>
            <a:endParaRPr lang="en-US"/>
          </a:p>
        </p:txBody>
      </p:sp>
      <p:sp>
        <p:nvSpPr>
          <p:cNvPr id="5" name="Footer Placeholder 4">
            <a:extLst>
              <a:ext uri="{FF2B5EF4-FFF2-40B4-BE49-F238E27FC236}">
                <a16:creationId xmlns:a16="http://schemas.microsoft.com/office/drawing/2014/main" id="{031F657E-DEA8-04F4-AC07-C202848E6FD2}"/>
              </a:ext>
            </a:extLst>
          </p:cNvPr>
          <p:cNvSpPr>
            <a:spLocks noGrp="1"/>
          </p:cNvSpPr>
          <p:nvPr>
            <p:ph type="ftr" sz="quarter" idx="11"/>
          </p:nvPr>
        </p:nvSpPr>
        <p:spPr/>
        <p:txBody>
          <a:bodyPr/>
          <a:lstStyle>
            <a:lvl1pPr>
              <a:defRPr sz="1400">
                <a:solidFill>
                  <a:schemeClr val="tx1"/>
                </a:solidFill>
                <a:latin typeface="Times New Roman" panose="02020603050405020304" pitchFamily="18" charset="0"/>
                <a:cs typeface="Times New Roman" panose="02020603050405020304" pitchFamily="18" charset="0"/>
              </a:defRPr>
            </a:lvl1pPr>
          </a:lstStyle>
          <a:p>
            <a:endParaRPr lang="en-US"/>
          </a:p>
        </p:txBody>
      </p:sp>
      <p:sp>
        <p:nvSpPr>
          <p:cNvPr id="6" name="Slide Number Placeholder 5">
            <a:extLst>
              <a:ext uri="{FF2B5EF4-FFF2-40B4-BE49-F238E27FC236}">
                <a16:creationId xmlns:a16="http://schemas.microsoft.com/office/drawing/2014/main" id="{83797C00-9047-0929-D857-62BD71E64A49}"/>
              </a:ext>
            </a:extLst>
          </p:cNvPr>
          <p:cNvSpPr>
            <a:spLocks noGrp="1"/>
          </p:cNvSpPr>
          <p:nvPr>
            <p:ph type="sldNum" sz="quarter" idx="12"/>
          </p:nvPr>
        </p:nvSpPr>
        <p:spPr>
          <a:xfrm>
            <a:off x="8861164" y="6275903"/>
            <a:ext cx="2743200" cy="365125"/>
          </a:xfrm>
        </p:spPr>
        <p:txBody>
          <a:bodyPr/>
          <a:lstStyle>
            <a:lvl1pPr>
              <a:defRPr sz="1400">
                <a:solidFill>
                  <a:schemeClr val="tx1"/>
                </a:solidFill>
                <a:latin typeface="Times New Roman" panose="02020603050405020304" pitchFamily="18" charset="0"/>
                <a:cs typeface="Times New Roman" panose="02020603050405020304" pitchFamily="18" charset="0"/>
              </a:defRPr>
            </a:lvl1pPr>
          </a:lstStyle>
          <a:p>
            <a:fld id="{61747C95-3AE6-4FC3-BEF5-3AF60B1E4490}" type="slidenum">
              <a:rPr lang="en-US" smtClean="0"/>
              <a:pPr/>
              <a:t>‹#›</a:t>
            </a:fld>
            <a:endParaRPr lang="en-US"/>
          </a:p>
        </p:txBody>
      </p:sp>
      <p:pic>
        <p:nvPicPr>
          <p:cNvPr id="18" name="Picture 17">
            <a:extLst>
              <a:ext uri="{FF2B5EF4-FFF2-40B4-BE49-F238E27FC236}">
                <a16:creationId xmlns:a16="http://schemas.microsoft.com/office/drawing/2014/main" id="{0F6AC47E-7BEC-9CFA-98CC-122A5EFB179F}"/>
              </a:ext>
            </a:extLst>
          </p:cNvPr>
          <p:cNvPicPr>
            <a:picLocks noChangeAspect="1"/>
          </p:cNvPicPr>
          <p:nvPr userDrawn="1"/>
        </p:nvPicPr>
        <p:blipFill>
          <a:blip r:embed="rId3" cstate="hqprint">
            <a:extLst>
              <a:ext uri="{28A0092B-C50C-407E-A947-70E740481C1C}">
                <a14:useLocalDpi xmlns:a14="http://schemas.microsoft.com/office/drawing/2010/main" val="0"/>
              </a:ext>
            </a:extLst>
          </a:blip>
          <a:srcRect/>
          <a:stretch/>
        </p:blipFill>
        <p:spPr>
          <a:xfrm>
            <a:off x="469782" y="338765"/>
            <a:ext cx="5975602" cy="813102"/>
          </a:xfrm>
          <a:prstGeom prst="rect">
            <a:avLst/>
          </a:prstGeom>
        </p:spPr>
      </p:pic>
      <p:pic>
        <p:nvPicPr>
          <p:cNvPr id="17" name="Picture 16" descr="A collage of buildings&#10;&#10;Description automatically generated">
            <a:extLst>
              <a:ext uri="{FF2B5EF4-FFF2-40B4-BE49-F238E27FC236}">
                <a16:creationId xmlns:a16="http://schemas.microsoft.com/office/drawing/2014/main" id="{2C926919-0388-D0B2-066B-AC401AA868B1}"/>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6696445" y="426461"/>
            <a:ext cx="5495555" cy="6032004"/>
          </a:xfrm>
          <a:prstGeom prst="rect">
            <a:avLst/>
          </a:prstGeom>
        </p:spPr>
      </p:pic>
    </p:spTree>
    <p:extLst>
      <p:ext uri="{BB962C8B-B14F-4D97-AF65-F5344CB8AC3E}">
        <p14:creationId xmlns:p14="http://schemas.microsoft.com/office/powerpoint/2010/main" val="118921192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601D9870-7C95-6A3F-BE04-771566E468AE}"/>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1229" y="0"/>
            <a:ext cx="12189542" cy="6857999"/>
          </a:xfrm>
          <a:prstGeom prst="rect">
            <a:avLst/>
          </a:prstGeom>
        </p:spPr>
      </p:pic>
      <p:sp>
        <p:nvSpPr>
          <p:cNvPr id="2" name="Title 1">
            <a:extLst>
              <a:ext uri="{FF2B5EF4-FFF2-40B4-BE49-F238E27FC236}">
                <a16:creationId xmlns:a16="http://schemas.microsoft.com/office/drawing/2014/main" id="{E53F26B1-6ABC-B68D-549D-05F953B32F96}"/>
              </a:ext>
            </a:extLst>
          </p:cNvPr>
          <p:cNvSpPr>
            <a:spLocks noGrp="1"/>
          </p:cNvSpPr>
          <p:nvPr>
            <p:ph type="title"/>
          </p:nvPr>
        </p:nvSpPr>
        <p:spPr>
          <a:xfrm>
            <a:off x="230819" y="1"/>
            <a:ext cx="9619238" cy="681036"/>
          </a:xfrm>
        </p:spPr>
        <p:txBody>
          <a:bodyPr>
            <a:normAutofit/>
          </a:bodyPr>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614BE1A-9E3C-191B-F071-BD3544EFC246}"/>
              </a:ext>
            </a:extLst>
          </p:cNvPr>
          <p:cNvSpPr>
            <a:spLocks noGrp="1"/>
          </p:cNvSpPr>
          <p:nvPr>
            <p:ph idx="1"/>
          </p:nvPr>
        </p:nvSpPr>
        <p:spPr>
          <a:xfrm>
            <a:off x="230819" y="775504"/>
            <a:ext cx="11771791" cy="540145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29BFC25-D7BE-0D54-54DB-C76D1FC6A4B2}"/>
              </a:ext>
            </a:extLst>
          </p:cNvPr>
          <p:cNvSpPr>
            <a:spLocks noGrp="1"/>
          </p:cNvSpPr>
          <p:nvPr>
            <p:ph type="dt" sz="half" idx="10"/>
          </p:nvPr>
        </p:nvSpPr>
        <p:spPr>
          <a:xfrm>
            <a:off x="230819" y="6334918"/>
            <a:ext cx="2743200" cy="365125"/>
          </a:xfrm>
        </p:spPr>
        <p:txBody>
          <a:bodyPr/>
          <a:lstStyle/>
          <a:p>
            <a:fld id="{AD602975-B289-4314-8493-37304AB31C48}" type="datetimeFigureOut">
              <a:rPr lang="en-US" smtClean="0"/>
              <a:t>9/27/2026</a:t>
            </a:fld>
            <a:endParaRPr lang="en-US"/>
          </a:p>
        </p:txBody>
      </p:sp>
      <p:sp>
        <p:nvSpPr>
          <p:cNvPr id="5" name="Footer Placeholder 4">
            <a:extLst>
              <a:ext uri="{FF2B5EF4-FFF2-40B4-BE49-F238E27FC236}">
                <a16:creationId xmlns:a16="http://schemas.microsoft.com/office/drawing/2014/main" id="{722EA1BE-3100-D2DC-FA62-2E7FE413BE8F}"/>
              </a:ext>
            </a:extLst>
          </p:cNvPr>
          <p:cNvSpPr>
            <a:spLocks noGrp="1"/>
          </p:cNvSpPr>
          <p:nvPr>
            <p:ph type="ftr" sz="quarter" idx="11"/>
          </p:nvPr>
        </p:nvSpPr>
        <p:spPr>
          <a:xfrm>
            <a:off x="3734909" y="6356350"/>
            <a:ext cx="4114800" cy="365125"/>
          </a:xfrm>
        </p:spPr>
        <p:txBody>
          <a:bodyPr/>
          <a:lstStyle/>
          <a:p>
            <a:endParaRPr lang="en-US"/>
          </a:p>
        </p:txBody>
      </p:sp>
      <p:sp>
        <p:nvSpPr>
          <p:cNvPr id="6" name="Slide Number Placeholder 5">
            <a:extLst>
              <a:ext uri="{FF2B5EF4-FFF2-40B4-BE49-F238E27FC236}">
                <a16:creationId xmlns:a16="http://schemas.microsoft.com/office/drawing/2014/main" id="{3D5F1325-4445-BE1C-3AF3-B91EFD29DDAF}"/>
              </a:ext>
            </a:extLst>
          </p:cNvPr>
          <p:cNvSpPr>
            <a:spLocks noGrp="1"/>
          </p:cNvSpPr>
          <p:nvPr>
            <p:ph type="sldNum" sz="quarter" idx="12"/>
          </p:nvPr>
        </p:nvSpPr>
        <p:spPr>
          <a:xfrm>
            <a:off x="9338569" y="6414022"/>
            <a:ext cx="2743200" cy="365125"/>
          </a:xfrm>
        </p:spPr>
        <p:txBody>
          <a:bodyPr/>
          <a:lstStyle>
            <a:lvl1pPr>
              <a:defRPr>
                <a:latin typeface="Times New Roman" panose="02020603050405020304" pitchFamily="18" charset="0"/>
                <a:cs typeface="Times New Roman" panose="02020603050405020304" pitchFamily="18" charset="0"/>
              </a:defRPr>
            </a:lvl1pPr>
          </a:lstStyle>
          <a:p>
            <a:fld id="{61747C95-3AE6-4FC3-BEF5-3AF60B1E4490}" type="slidenum">
              <a:rPr lang="en-US" smtClean="0"/>
              <a:pPr/>
              <a:t>‹#›</a:t>
            </a:fld>
            <a:endParaRPr lang="en-US"/>
          </a:p>
        </p:txBody>
      </p:sp>
    </p:spTree>
    <p:extLst>
      <p:ext uri="{BB962C8B-B14F-4D97-AF65-F5344CB8AC3E}">
        <p14:creationId xmlns:p14="http://schemas.microsoft.com/office/powerpoint/2010/main" val="206203115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601D9870-7C95-6A3F-BE04-771566E468AE}"/>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1229" y="0"/>
            <a:ext cx="12189542" cy="6857999"/>
          </a:xfrm>
          <a:prstGeom prst="rect">
            <a:avLst/>
          </a:prstGeom>
        </p:spPr>
      </p:pic>
      <p:sp>
        <p:nvSpPr>
          <p:cNvPr id="2" name="Title 1">
            <a:extLst>
              <a:ext uri="{FF2B5EF4-FFF2-40B4-BE49-F238E27FC236}">
                <a16:creationId xmlns:a16="http://schemas.microsoft.com/office/drawing/2014/main" id="{E53F26B1-6ABC-B68D-549D-05F953B32F96}"/>
              </a:ext>
            </a:extLst>
          </p:cNvPr>
          <p:cNvSpPr>
            <a:spLocks noGrp="1"/>
          </p:cNvSpPr>
          <p:nvPr>
            <p:ph type="title"/>
          </p:nvPr>
        </p:nvSpPr>
        <p:spPr>
          <a:xfrm>
            <a:off x="230819" y="1"/>
            <a:ext cx="9619238" cy="681036"/>
          </a:xfrm>
        </p:spPr>
        <p:txBody>
          <a:bodyPr>
            <a:normAutofit/>
          </a:bodyPr>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614BE1A-9E3C-191B-F071-BD3544EFC246}"/>
              </a:ext>
            </a:extLst>
          </p:cNvPr>
          <p:cNvSpPr>
            <a:spLocks noGrp="1"/>
          </p:cNvSpPr>
          <p:nvPr>
            <p:ph idx="1"/>
          </p:nvPr>
        </p:nvSpPr>
        <p:spPr>
          <a:xfrm>
            <a:off x="230819" y="775504"/>
            <a:ext cx="11771791" cy="540145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29BFC25-D7BE-0D54-54DB-C76D1FC6A4B2}"/>
              </a:ext>
            </a:extLst>
          </p:cNvPr>
          <p:cNvSpPr>
            <a:spLocks noGrp="1"/>
          </p:cNvSpPr>
          <p:nvPr>
            <p:ph type="dt" sz="half" idx="10"/>
          </p:nvPr>
        </p:nvSpPr>
        <p:spPr>
          <a:xfrm>
            <a:off x="230819" y="6334918"/>
            <a:ext cx="2743200" cy="365125"/>
          </a:xfrm>
        </p:spPr>
        <p:txBody>
          <a:bodyPr/>
          <a:lstStyle/>
          <a:p>
            <a:fld id="{AD602975-B289-4314-8493-37304AB31C48}" type="datetimeFigureOut">
              <a:rPr lang="en-US" smtClean="0"/>
              <a:t>9/27/2026</a:t>
            </a:fld>
            <a:endParaRPr lang="en-US"/>
          </a:p>
        </p:txBody>
      </p:sp>
      <p:sp>
        <p:nvSpPr>
          <p:cNvPr id="5" name="Footer Placeholder 4">
            <a:extLst>
              <a:ext uri="{FF2B5EF4-FFF2-40B4-BE49-F238E27FC236}">
                <a16:creationId xmlns:a16="http://schemas.microsoft.com/office/drawing/2014/main" id="{722EA1BE-3100-D2DC-FA62-2E7FE413BE8F}"/>
              </a:ext>
            </a:extLst>
          </p:cNvPr>
          <p:cNvSpPr>
            <a:spLocks noGrp="1"/>
          </p:cNvSpPr>
          <p:nvPr>
            <p:ph type="ftr" sz="quarter" idx="11"/>
          </p:nvPr>
        </p:nvSpPr>
        <p:spPr>
          <a:xfrm>
            <a:off x="3734909" y="6356350"/>
            <a:ext cx="4114800" cy="365125"/>
          </a:xfrm>
        </p:spPr>
        <p:txBody>
          <a:bodyPr/>
          <a:lstStyle/>
          <a:p>
            <a:endParaRPr lang="en-US"/>
          </a:p>
        </p:txBody>
      </p:sp>
      <p:sp>
        <p:nvSpPr>
          <p:cNvPr id="6" name="Slide Number Placeholder 5">
            <a:extLst>
              <a:ext uri="{FF2B5EF4-FFF2-40B4-BE49-F238E27FC236}">
                <a16:creationId xmlns:a16="http://schemas.microsoft.com/office/drawing/2014/main" id="{3D5F1325-4445-BE1C-3AF3-B91EFD29DDAF}"/>
              </a:ext>
            </a:extLst>
          </p:cNvPr>
          <p:cNvSpPr>
            <a:spLocks noGrp="1"/>
          </p:cNvSpPr>
          <p:nvPr>
            <p:ph type="sldNum" sz="quarter" idx="12"/>
          </p:nvPr>
        </p:nvSpPr>
        <p:spPr>
          <a:xfrm>
            <a:off x="9338569" y="6414022"/>
            <a:ext cx="2743200" cy="365125"/>
          </a:xfrm>
        </p:spPr>
        <p:txBody>
          <a:bodyPr/>
          <a:lstStyle>
            <a:lvl1pPr>
              <a:defRPr>
                <a:latin typeface="Times New Roman" panose="02020603050405020304" pitchFamily="18" charset="0"/>
                <a:cs typeface="Times New Roman" panose="02020603050405020304" pitchFamily="18" charset="0"/>
              </a:defRPr>
            </a:lvl1pPr>
          </a:lstStyle>
          <a:p>
            <a:fld id="{61747C95-3AE6-4FC3-BEF5-3AF60B1E4490}" type="slidenum">
              <a:rPr lang="en-US" smtClean="0"/>
              <a:pPr/>
              <a:t>‹#›</a:t>
            </a:fld>
            <a:endParaRPr lang="en-US"/>
          </a:p>
        </p:txBody>
      </p:sp>
      <p:pic>
        <p:nvPicPr>
          <p:cNvPr id="9" name="Picture 8" descr="A person holding a card with a bouquet of flowers&#10;&#10;Description automatically generated">
            <a:extLst>
              <a:ext uri="{FF2B5EF4-FFF2-40B4-BE49-F238E27FC236}">
                <a16:creationId xmlns:a16="http://schemas.microsoft.com/office/drawing/2014/main" id="{B28A6D6A-4F88-CB9F-8C38-5CF475552DAD}"/>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877" y="707671"/>
            <a:ext cx="12189541" cy="6150054"/>
          </a:xfrm>
          <a:prstGeom prst="rect">
            <a:avLst/>
          </a:prstGeom>
        </p:spPr>
      </p:pic>
    </p:spTree>
    <p:extLst>
      <p:ext uri="{BB962C8B-B14F-4D97-AF65-F5344CB8AC3E}">
        <p14:creationId xmlns:p14="http://schemas.microsoft.com/office/powerpoint/2010/main" val="362420879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ABFF78-215E-A9C6-9D3E-68A0E597750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834A7352-2D61-1B4E-2C83-B1310817339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E7956C0-007F-F78B-511E-DD3E65A514B3}"/>
              </a:ext>
            </a:extLst>
          </p:cNvPr>
          <p:cNvSpPr>
            <a:spLocks noGrp="1"/>
          </p:cNvSpPr>
          <p:nvPr>
            <p:ph type="dt" sz="half" idx="10"/>
          </p:nvPr>
        </p:nvSpPr>
        <p:spPr/>
        <p:txBody>
          <a:bodyPr/>
          <a:lstStyle/>
          <a:p>
            <a:fld id="{AD602975-B289-4314-8493-37304AB31C48}" type="datetimeFigureOut">
              <a:rPr lang="en-US" smtClean="0"/>
              <a:t>9/27/2026</a:t>
            </a:fld>
            <a:endParaRPr lang="en-US"/>
          </a:p>
        </p:txBody>
      </p:sp>
      <p:sp>
        <p:nvSpPr>
          <p:cNvPr id="5" name="Footer Placeholder 4">
            <a:extLst>
              <a:ext uri="{FF2B5EF4-FFF2-40B4-BE49-F238E27FC236}">
                <a16:creationId xmlns:a16="http://schemas.microsoft.com/office/drawing/2014/main" id="{7FED038E-85EF-A25D-A34F-7C899BFA967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DB3BA56-7DD8-62AF-1703-ACA2764087F0}"/>
              </a:ext>
            </a:extLst>
          </p:cNvPr>
          <p:cNvSpPr>
            <a:spLocks noGrp="1"/>
          </p:cNvSpPr>
          <p:nvPr>
            <p:ph type="sldNum" sz="quarter" idx="12"/>
          </p:nvPr>
        </p:nvSpPr>
        <p:spPr/>
        <p:txBody>
          <a:bodyPr/>
          <a:lstStyle/>
          <a:p>
            <a:fld id="{61747C95-3AE6-4FC3-BEF5-3AF60B1E4490}" type="slidenum">
              <a:rPr lang="en-US" smtClean="0"/>
              <a:t>‹#›</a:t>
            </a:fld>
            <a:endParaRPr lang="en-US"/>
          </a:p>
        </p:txBody>
      </p:sp>
    </p:spTree>
    <p:extLst>
      <p:ext uri="{BB962C8B-B14F-4D97-AF65-F5344CB8AC3E}">
        <p14:creationId xmlns:p14="http://schemas.microsoft.com/office/powerpoint/2010/main" val="121369424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D454B0-1E3E-42C7-9D54-F246D2768FC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FE0D357-3C07-5F8C-7CE7-4C756E2389F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47A8E63-4FBC-002F-2B99-ABA5D06547F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D532087-1127-7D76-2DC7-06BA722D0D4A}"/>
              </a:ext>
            </a:extLst>
          </p:cNvPr>
          <p:cNvSpPr>
            <a:spLocks noGrp="1"/>
          </p:cNvSpPr>
          <p:nvPr>
            <p:ph type="dt" sz="half" idx="10"/>
          </p:nvPr>
        </p:nvSpPr>
        <p:spPr/>
        <p:txBody>
          <a:bodyPr/>
          <a:lstStyle/>
          <a:p>
            <a:fld id="{AD602975-B289-4314-8493-37304AB31C48}" type="datetimeFigureOut">
              <a:rPr lang="en-US" smtClean="0"/>
              <a:t>9/27/2026</a:t>
            </a:fld>
            <a:endParaRPr lang="en-US"/>
          </a:p>
        </p:txBody>
      </p:sp>
      <p:sp>
        <p:nvSpPr>
          <p:cNvPr id="6" name="Footer Placeholder 5">
            <a:extLst>
              <a:ext uri="{FF2B5EF4-FFF2-40B4-BE49-F238E27FC236}">
                <a16:creationId xmlns:a16="http://schemas.microsoft.com/office/drawing/2014/main" id="{7EEBDF7E-2B16-6BC9-1AE6-3837BAE62FA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8C5BF28-AED0-BD31-C73C-0BD71E65E5BA}"/>
              </a:ext>
            </a:extLst>
          </p:cNvPr>
          <p:cNvSpPr>
            <a:spLocks noGrp="1"/>
          </p:cNvSpPr>
          <p:nvPr>
            <p:ph type="sldNum" sz="quarter" idx="12"/>
          </p:nvPr>
        </p:nvSpPr>
        <p:spPr/>
        <p:txBody>
          <a:bodyPr/>
          <a:lstStyle/>
          <a:p>
            <a:fld id="{61747C95-3AE6-4FC3-BEF5-3AF60B1E4490}" type="slidenum">
              <a:rPr lang="en-US" smtClean="0"/>
              <a:t>‹#›</a:t>
            </a:fld>
            <a:endParaRPr lang="en-US"/>
          </a:p>
        </p:txBody>
      </p:sp>
    </p:spTree>
    <p:extLst>
      <p:ext uri="{BB962C8B-B14F-4D97-AF65-F5344CB8AC3E}">
        <p14:creationId xmlns:p14="http://schemas.microsoft.com/office/powerpoint/2010/main" val="264635518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5719F3-09BD-64D2-CBA5-26EF3813BC2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665874B-E289-80C0-5F61-B80AA089530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3EE5035-E0A1-F0DE-3B45-9EC1F5910CE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2C2F0D9-3053-78A2-54A3-DD9F342005A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119DE7E-7F0D-3F9F-9746-A5D97786A5C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FDE0A05-28FF-8E0C-E668-B8473A2BEB11}"/>
              </a:ext>
            </a:extLst>
          </p:cNvPr>
          <p:cNvSpPr>
            <a:spLocks noGrp="1"/>
          </p:cNvSpPr>
          <p:nvPr>
            <p:ph type="dt" sz="half" idx="10"/>
          </p:nvPr>
        </p:nvSpPr>
        <p:spPr/>
        <p:txBody>
          <a:bodyPr/>
          <a:lstStyle/>
          <a:p>
            <a:fld id="{AD602975-B289-4314-8493-37304AB31C48}" type="datetimeFigureOut">
              <a:rPr lang="en-US" smtClean="0"/>
              <a:t>9/27/2026</a:t>
            </a:fld>
            <a:endParaRPr lang="en-US"/>
          </a:p>
        </p:txBody>
      </p:sp>
      <p:sp>
        <p:nvSpPr>
          <p:cNvPr id="8" name="Footer Placeholder 7">
            <a:extLst>
              <a:ext uri="{FF2B5EF4-FFF2-40B4-BE49-F238E27FC236}">
                <a16:creationId xmlns:a16="http://schemas.microsoft.com/office/drawing/2014/main" id="{70BA915F-D564-08FC-61D3-B27513BCC56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D17D013-6681-2753-4D1A-6E6A8664D5F0}"/>
              </a:ext>
            </a:extLst>
          </p:cNvPr>
          <p:cNvSpPr>
            <a:spLocks noGrp="1"/>
          </p:cNvSpPr>
          <p:nvPr>
            <p:ph type="sldNum" sz="quarter" idx="12"/>
          </p:nvPr>
        </p:nvSpPr>
        <p:spPr/>
        <p:txBody>
          <a:bodyPr/>
          <a:lstStyle/>
          <a:p>
            <a:fld id="{61747C95-3AE6-4FC3-BEF5-3AF60B1E4490}" type="slidenum">
              <a:rPr lang="en-US" smtClean="0"/>
              <a:t>‹#›</a:t>
            </a:fld>
            <a:endParaRPr lang="en-US"/>
          </a:p>
        </p:txBody>
      </p:sp>
    </p:spTree>
    <p:extLst>
      <p:ext uri="{BB962C8B-B14F-4D97-AF65-F5344CB8AC3E}">
        <p14:creationId xmlns:p14="http://schemas.microsoft.com/office/powerpoint/2010/main" val="392540556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5E7517-624A-0C52-3663-86645F88649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03D5B29-9F73-9A0F-02F3-DBF51E6A45D9}"/>
              </a:ext>
            </a:extLst>
          </p:cNvPr>
          <p:cNvSpPr>
            <a:spLocks noGrp="1"/>
          </p:cNvSpPr>
          <p:nvPr>
            <p:ph type="dt" sz="half" idx="10"/>
          </p:nvPr>
        </p:nvSpPr>
        <p:spPr/>
        <p:txBody>
          <a:bodyPr/>
          <a:lstStyle/>
          <a:p>
            <a:fld id="{AD602975-B289-4314-8493-37304AB31C48}" type="datetimeFigureOut">
              <a:rPr lang="en-US" smtClean="0"/>
              <a:t>9/27/2026</a:t>
            </a:fld>
            <a:endParaRPr lang="en-US"/>
          </a:p>
        </p:txBody>
      </p:sp>
      <p:sp>
        <p:nvSpPr>
          <p:cNvPr id="4" name="Footer Placeholder 3">
            <a:extLst>
              <a:ext uri="{FF2B5EF4-FFF2-40B4-BE49-F238E27FC236}">
                <a16:creationId xmlns:a16="http://schemas.microsoft.com/office/drawing/2014/main" id="{B5DEDE7A-8F94-5367-2106-B7BDDFA2929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A7844F6-7C0C-00D7-92B2-4CEE7187928F}"/>
              </a:ext>
            </a:extLst>
          </p:cNvPr>
          <p:cNvSpPr>
            <a:spLocks noGrp="1"/>
          </p:cNvSpPr>
          <p:nvPr>
            <p:ph type="sldNum" sz="quarter" idx="12"/>
          </p:nvPr>
        </p:nvSpPr>
        <p:spPr/>
        <p:txBody>
          <a:bodyPr/>
          <a:lstStyle/>
          <a:p>
            <a:fld id="{61747C95-3AE6-4FC3-BEF5-3AF60B1E4490}" type="slidenum">
              <a:rPr lang="en-US" smtClean="0"/>
              <a:t>‹#›</a:t>
            </a:fld>
            <a:endParaRPr lang="en-US"/>
          </a:p>
        </p:txBody>
      </p:sp>
    </p:spTree>
    <p:extLst>
      <p:ext uri="{BB962C8B-B14F-4D97-AF65-F5344CB8AC3E}">
        <p14:creationId xmlns:p14="http://schemas.microsoft.com/office/powerpoint/2010/main" val="348246341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AA8B89E-879C-05F0-5B8C-EC33C37ACFC7}"/>
              </a:ext>
            </a:extLst>
          </p:cNvPr>
          <p:cNvSpPr>
            <a:spLocks noGrp="1"/>
          </p:cNvSpPr>
          <p:nvPr>
            <p:ph type="dt" sz="half" idx="10"/>
          </p:nvPr>
        </p:nvSpPr>
        <p:spPr/>
        <p:txBody>
          <a:bodyPr/>
          <a:lstStyle/>
          <a:p>
            <a:fld id="{AD602975-B289-4314-8493-37304AB31C48}" type="datetimeFigureOut">
              <a:rPr lang="en-US" smtClean="0"/>
              <a:t>9/27/2026</a:t>
            </a:fld>
            <a:endParaRPr lang="en-US"/>
          </a:p>
        </p:txBody>
      </p:sp>
      <p:sp>
        <p:nvSpPr>
          <p:cNvPr id="3" name="Footer Placeholder 2">
            <a:extLst>
              <a:ext uri="{FF2B5EF4-FFF2-40B4-BE49-F238E27FC236}">
                <a16:creationId xmlns:a16="http://schemas.microsoft.com/office/drawing/2014/main" id="{EB1F870B-E5EE-ADE6-125D-634009BDEA8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4FCCA8EC-E64F-AD0B-A395-A1E2B9B116B8}"/>
              </a:ext>
            </a:extLst>
          </p:cNvPr>
          <p:cNvSpPr>
            <a:spLocks noGrp="1"/>
          </p:cNvSpPr>
          <p:nvPr>
            <p:ph type="sldNum" sz="quarter" idx="12"/>
          </p:nvPr>
        </p:nvSpPr>
        <p:spPr/>
        <p:txBody>
          <a:bodyPr/>
          <a:lstStyle/>
          <a:p>
            <a:fld id="{61747C95-3AE6-4FC3-BEF5-3AF60B1E4490}" type="slidenum">
              <a:rPr lang="en-US" smtClean="0"/>
              <a:t>‹#›</a:t>
            </a:fld>
            <a:endParaRPr lang="en-US"/>
          </a:p>
        </p:txBody>
      </p:sp>
      <p:grpSp>
        <p:nvGrpSpPr>
          <p:cNvPr id="11" name="Group 10">
            <a:extLst>
              <a:ext uri="{FF2B5EF4-FFF2-40B4-BE49-F238E27FC236}">
                <a16:creationId xmlns:a16="http://schemas.microsoft.com/office/drawing/2014/main" id="{3E233F8E-C068-20A5-8296-B21A7C1ED29D}"/>
              </a:ext>
            </a:extLst>
          </p:cNvPr>
          <p:cNvGrpSpPr/>
          <p:nvPr userDrawn="1"/>
        </p:nvGrpSpPr>
        <p:grpSpPr>
          <a:xfrm>
            <a:off x="5562600" y="-212634"/>
            <a:ext cx="9723120" cy="6568984"/>
            <a:chOff x="5765711" y="766150"/>
            <a:chExt cx="6803076" cy="4596189"/>
          </a:xfrm>
        </p:grpSpPr>
        <p:sp>
          <p:nvSpPr>
            <p:cNvPr id="6" name="Rectangle 5">
              <a:extLst>
                <a:ext uri="{FF2B5EF4-FFF2-40B4-BE49-F238E27FC236}">
                  <a16:creationId xmlns:a16="http://schemas.microsoft.com/office/drawing/2014/main" id="{0B21120A-4F7B-A7A1-3237-EA26DF004F74}"/>
                </a:ext>
              </a:extLst>
            </p:cNvPr>
            <p:cNvSpPr/>
            <p:nvPr userDrawn="1"/>
          </p:nvSpPr>
          <p:spPr>
            <a:xfrm rot="2700000">
              <a:off x="5765711" y="1908218"/>
              <a:ext cx="384721" cy="384721"/>
            </a:xfrm>
            <a:prstGeom prst="rect">
              <a:avLst/>
            </a:prstGeom>
            <a:solidFill>
              <a:srgbClr val="00B0F0"/>
            </a:solidFill>
          </p:spPr>
          <p:style>
            <a:lnRef idx="0">
              <a:schemeClr val="accent4"/>
            </a:lnRef>
            <a:fillRef idx="3">
              <a:schemeClr val="accent4"/>
            </a:fillRef>
            <a:effectRef idx="3">
              <a:schemeClr val="accent4"/>
            </a:effectRef>
            <a:fontRef idx="minor">
              <a:schemeClr val="lt1"/>
            </a:fontRef>
          </p:style>
          <p:txBody>
            <a:bodyPr rtlCol="0" anchor="ctr"/>
            <a:lstStyle/>
            <a:p>
              <a:pPr algn="ctr"/>
              <a:endParaRPr lang="en-US" b="0" cap="none" spc="0">
                <a:ln w="0"/>
                <a:solidFill>
                  <a:schemeClr val="accent1"/>
                </a:solidFill>
                <a:effectLst>
                  <a:outerShdw blurRad="38100" dist="25400" dir="5400000" algn="ctr" rotWithShape="0">
                    <a:srgbClr val="6E747A">
                      <a:alpha val="43000"/>
                    </a:srgbClr>
                  </a:outerShdw>
                </a:effectLst>
              </a:endParaRPr>
            </a:p>
          </p:txBody>
        </p:sp>
        <p:sp>
          <p:nvSpPr>
            <p:cNvPr id="7" name="Rectangle 6">
              <a:extLst>
                <a:ext uri="{FF2B5EF4-FFF2-40B4-BE49-F238E27FC236}">
                  <a16:creationId xmlns:a16="http://schemas.microsoft.com/office/drawing/2014/main" id="{08A37DBC-51E8-E273-E566-828C0E5400B0}"/>
                </a:ext>
              </a:extLst>
            </p:cNvPr>
            <p:cNvSpPr/>
            <p:nvPr userDrawn="1"/>
          </p:nvSpPr>
          <p:spPr>
            <a:xfrm rot="2700000">
              <a:off x="6152172" y="2195720"/>
              <a:ext cx="1737049" cy="1737049"/>
            </a:xfrm>
            <a:prstGeom prst="rect">
              <a:avLst/>
            </a:prstGeom>
            <a:solidFill>
              <a:srgbClr val="00B050"/>
            </a:solidFill>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b="0" cap="none" spc="0">
                <a:ln w="0"/>
                <a:solidFill>
                  <a:schemeClr val="accent1"/>
                </a:solidFill>
                <a:effectLst>
                  <a:outerShdw blurRad="38100" dist="25400" dir="5400000" algn="ctr" rotWithShape="0">
                    <a:srgbClr val="6E747A">
                      <a:alpha val="43000"/>
                    </a:srgbClr>
                  </a:outerShdw>
                </a:effectLst>
              </a:endParaRPr>
            </a:p>
          </p:txBody>
        </p:sp>
        <p:sp>
          <p:nvSpPr>
            <p:cNvPr id="9" name="Rectangle 8">
              <a:extLst>
                <a:ext uri="{FF2B5EF4-FFF2-40B4-BE49-F238E27FC236}">
                  <a16:creationId xmlns:a16="http://schemas.microsoft.com/office/drawing/2014/main" id="{B83CFCB5-4864-0676-8CBF-CC68A93841CC}"/>
                </a:ext>
              </a:extLst>
            </p:cNvPr>
            <p:cNvSpPr/>
            <p:nvPr userDrawn="1"/>
          </p:nvSpPr>
          <p:spPr>
            <a:xfrm rot="2700000">
              <a:off x="7310581" y="3251267"/>
              <a:ext cx="1487359" cy="1487359"/>
            </a:xfrm>
            <a:prstGeom prst="rect">
              <a:avLst/>
            </a:prstGeom>
            <a:solidFill>
              <a:srgbClr val="00B0F0"/>
            </a:solidFill>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b="0" cap="none" spc="0">
                <a:ln w="0"/>
                <a:solidFill>
                  <a:schemeClr val="accent1"/>
                </a:solidFill>
                <a:effectLst>
                  <a:outerShdw blurRad="38100" dist="25400" dir="5400000" algn="ctr" rotWithShape="0">
                    <a:srgbClr val="6E747A">
                      <a:alpha val="43000"/>
                    </a:srgbClr>
                  </a:outerShdw>
                </a:effectLst>
              </a:endParaRPr>
            </a:p>
          </p:txBody>
        </p:sp>
        <p:sp>
          <p:nvSpPr>
            <p:cNvPr id="5" name="Rectangle 4">
              <a:extLst>
                <a:ext uri="{FF2B5EF4-FFF2-40B4-BE49-F238E27FC236}">
                  <a16:creationId xmlns:a16="http://schemas.microsoft.com/office/drawing/2014/main" id="{36D111F3-7A03-8472-138B-588EA86EAEFD}"/>
                </a:ext>
              </a:extLst>
            </p:cNvPr>
            <p:cNvSpPr/>
            <p:nvPr userDrawn="1"/>
          </p:nvSpPr>
          <p:spPr>
            <a:xfrm rot="2700000">
              <a:off x="7972598" y="766150"/>
              <a:ext cx="4596189" cy="4596189"/>
            </a:xfrm>
            <a:prstGeom prst="rect">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16DA6324-764A-BF4A-E16A-76FF419B0956}"/>
                </a:ext>
              </a:extLst>
            </p:cNvPr>
            <p:cNvSpPr/>
            <p:nvPr userDrawn="1"/>
          </p:nvSpPr>
          <p:spPr>
            <a:xfrm rot="2700000">
              <a:off x="6728295" y="2190471"/>
              <a:ext cx="1747549" cy="1747549"/>
            </a:xfrm>
            <a:prstGeom prst="rect">
              <a:avLst/>
            </a:prstGeom>
            <a:solidFill>
              <a:schemeClr val="bg1"/>
            </a:solidFill>
          </p:spPr>
          <p:style>
            <a:lnRef idx="0">
              <a:schemeClr val="accent4"/>
            </a:lnRef>
            <a:fillRef idx="3">
              <a:schemeClr val="accent4"/>
            </a:fillRef>
            <a:effectRef idx="3">
              <a:schemeClr val="accent4"/>
            </a:effectRef>
            <a:fontRef idx="minor">
              <a:schemeClr val="lt1"/>
            </a:fontRef>
          </p:style>
          <p:txBody>
            <a:bodyPr rtlCol="0" anchor="ctr"/>
            <a:lstStyle/>
            <a:p>
              <a:pPr algn="ctr"/>
              <a:endParaRPr lang="en-US" b="0" cap="none" spc="0">
                <a:ln w="0"/>
                <a:solidFill>
                  <a:schemeClr val="accent1"/>
                </a:solidFill>
                <a:effectLst>
                  <a:outerShdw blurRad="38100" dist="25400" dir="5400000" algn="ctr" rotWithShape="0">
                    <a:srgbClr val="6E747A">
                      <a:alpha val="43000"/>
                    </a:srgbClr>
                  </a:outerShdw>
                </a:effectLst>
              </a:endParaRPr>
            </a:p>
          </p:txBody>
        </p:sp>
        <p:sp>
          <p:nvSpPr>
            <p:cNvPr id="10" name="Rectangle 9">
              <a:extLst>
                <a:ext uri="{FF2B5EF4-FFF2-40B4-BE49-F238E27FC236}">
                  <a16:creationId xmlns:a16="http://schemas.microsoft.com/office/drawing/2014/main" id="{93AA66FD-08F7-6378-DE3D-0657B11470AF}"/>
                </a:ext>
              </a:extLst>
            </p:cNvPr>
            <p:cNvSpPr/>
            <p:nvPr userDrawn="1"/>
          </p:nvSpPr>
          <p:spPr>
            <a:xfrm rot="2700000">
              <a:off x="6248428" y="4310369"/>
              <a:ext cx="544142" cy="544142"/>
            </a:xfrm>
            <a:prstGeom prst="rect">
              <a:avLst/>
            </a:prstGeom>
          </p:spPr>
          <p:style>
            <a:lnRef idx="0">
              <a:schemeClr val="accent4"/>
            </a:lnRef>
            <a:fillRef idx="3">
              <a:schemeClr val="accent4"/>
            </a:fillRef>
            <a:effectRef idx="3">
              <a:schemeClr val="accent4"/>
            </a:effectRef>
            <a:fontRef idx="minor">
              <a:schemeClr val="lt1"/>
            </a:fontRef>
          </p:style>
          <p:txBody>
            <a:bodyPr rtlCol="0" anchor="ctr"/>
            <a:lstStyle/>
            <a:p>
              <a:pPr algn="ctr"/>
              <a:endParaRPr lang="en-US" b="0" cap="none" spc="0">
                <a:ln w="0"/>
                <a:solidFill>
                  <a:schemeClr val="accent1"/>
                </a:solidFill>
                <a:effectLst>
                  <a:outerShdw blurRad="38100" dist="25400" dir="5400000" algn="ctr" rotWithShape="0">
                    <a:srgbClr val="6E747A">
                      <a:alpha val="43000"/>
                    </a:srgbClr>
                  </a:outerShdw>
                </a:effectLst>
              </a:endParaRPr>
            </a:p>
          </p:txBody>
        </p:sp>
      </p:grpSp>
    </p:spTree>
    <p:extLst>
      <p:ext uri="{BB962C8B-B14F-4D97-AF65-F5344CB8AC3E}">
        <p14:creationId xmlns:p14="http://schemas.microsoft.com/office/powerpoint/2010/main" val="429152120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8297F3-61A5-6C31-FEA3-418B89FE3BC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5898862C-D922-CEA6-B6E0-E17187E5FEA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B2A8783-C85B-7EB2-D967-DF54899F7F0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68ED6C7-F3B9-5D7E-D407-E07EC6E6BDB2}"/>
              </a:ext>
            </a:extLst>
          </p:cNvPr>
          <p:cNvSpPr>
            <a:spLocks noGrp="1"/>
          </p:cNvSpPr>
          <p:nvPr>
            <p:ph type="dt" sz="half" idx="10"/>
          </p:nvPr>
        </p:nvSpPr>
        <p:spPr/>
        <p:txBody>
          <a:bodyPr/>
          <a:lstStyle/>
          <a:p>
            <a:fld id="{AD602975-B289-4314-8493-37304AB31C48}" type="datetimeFigureOut">
              <a:rPr lang="en-US" smtClean="0"/>
              <a:t>9/27/2026</a:t>
            </a:fld>
            <a:endParaRPr lang="en-US"/>
          </a:p>
        </p:txBody>
      </p:sp>
      <p:sp>
        <p:nvSpPr>
          <p:cNvPr id="6" name="Footer Placeholder 5">
            <a:extLst>
              <a:ext uri="{FF2B5EF4-FFF2-40B4-BE49-F238E27FC236}">
                <a16:creationId xmlns:a16="http://schemas.microsoft.com/office/drawing/2014/main" id="{F10ABB30-C4A0-4349-AD69-112EB57D1C9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2EFA239-FA65-AC7F-E218-9D89DCEEB791}"/>
              </a:ext>
            </a:extLst>
          </p:cNvPr>
          <p:cNvSpPr>
            <a:spLocks noGrp="1"/>
          </p:cNvSpPr>
          <p:nvPr>
            <p:ph type="sldNum" sz="quarter" idx="12"/>
          </p:nvPr>
        </p:nvSpPr>
        <p:spPr/>
        <p:txBody>
          <a:bodyPr/>
          <a:lstStyle/>
          <a:p>
            <a:fld id="{61747C95-3AE6-4FC3-BEF5-3AF60B1E4490}" type="slidenum">
              <a:rPr lang="en-US" smtClean="0"/>
              <a:t>‹#›</a:t>
            </a:fld>
            <a:endParaRPr lang="en-US"/>
          </a:p>
        </p:txBody>
      </p:sp>
    </p:spTree>
    <p:extLst>
      <p:ext uri="{BB962C8B-B14F-4D97-AF65-F5344CB8AC3E}">
        <p14:creationId xmlns:p14="http://schemas.microsoft.com/office/powerpoint/2010/main" val="332410688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B304A7-8A08-961F-9C60-A727BD81C27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77D6DBB-8C6C-7ABB-2DA0-4E4D471A8FE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BBD1FC27-4ECC-AE50-C17B-043063B9014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A638390-227D-2B2C-5761-E62CFD3B4714}"/>
              </a:ext>
            </a:extLst>
          </p:cNvPr>
          <p:cNvSpPr>
            <a:spLocks noGrp="1"/>
          </p:cNvSpPr>
          <p:nvPr>
            <p:ph type="dt" sz="half" idx="10"/>
          </p:nvPr>
        </p:nvSpPr>
        <p:spPr/>
        <p:txBody>
          <a:bodyPr/>
          <a:lstStyle/>
          <a:p>
            <a:fld id="{AD602975-B289-4314-8493-37304AB31C48}" type="datetimeFigureOut">
              <a:rPr lang="en-US" smtClean="0"/>
              <a:t>9/27/2026</a:t>
            </a:fld>
            <a:endParaRPr lang="en-US"/>
          </a:p>
        </p:txBody>
      </p:sp>
      <p:sp>
        <p:nvSpPr>
          <p:cNvPr id="6" name="Footer Placeholder 5">
            <a:extLst>
              <a:ext uri="{FF2B5EF4-FFF2-40B4-BE49-F238E27FC236}">
                <a16:creationId xmlns:a16="http://schemas.microsoft.com/office/drawing/2014/main" id="{C97F83B5-F8D2-7237-CD81-665C816FB1B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5795532-7F69-763A-1B53-58E1D610A0A2}"/>
              </a:ext>
            </a:extLst>
          </p:cNvPr>
          <p:cNvSpPr>
            <a:spLocks noGrp="1"/>
          </p:cNvSpPr>
          <p:nvPr>
            <p:ph type="sldNum" sz="quarter" idx="12"/>
          </p:nvPr>
        </p:nvSpPr>
        <p:spPr/>
        <p:txBody>
          <a:bodyPr/>
          <a:lstStyle/>
          <a:p>
            <a:fld id="{61747C95-3AE6-4FC3-BEF5-3AF60B1E4490}" type="slidenum">
              <a:rPr lang="en-US" smtClean="0"/>
              <a:t>‹#›</a:t>
            </a:fld>
            <a:endParaRPr lang="en-US"/>
          </a:p>
        </p:txBody>
      </p:sp>
    </p:spTree>
    <p:extLst>
      <p:ext uri="{BB962C8B-B14F-4D97-AF65-F5344CB8AC3E}">
        <p14:creationId xmlns:p14="http://schemas.microsoft.com/office/powerpoint/2010/main" val="97135742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6DBE33-9A1A-E57A-F2C8-A48173B1732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E7E9A06-9E7B-2154-11F1-BCB22FC929D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8D31098-26A6-0243-C7DD-88B3A653497D}"/>
              </a:ext>
            </a:extLst>
          </p:cNvPr>
          <p:cNvSpPr>
            <a:spLocks noGrp="1"/>
          </p:cNvSpPr>
          <p:nvPr>
            <p:ph type="dt" sz="half" idx="10"/>
          </p:nvPr>
        </p:nvSpPr>
        <p:spPr/>
        <p:txBody>
          <a:bodyPr/>
          <a:lstStyle/>
          <a:p>
            <a:fld id="{AD602975-B289-4314-8493-37304AB31C48}" type="datetimeFigureOut">
              <a:rPr lang="en-US" smtClean="0"/>
              <a:t>9/27/2026</a:t>
            </a:fld>
            <a:endParaRPr lang="en-US"/>
          </a:p>
        </p:txBody>
      </p:sp>
      <p:sp>
        <p:nvSpPr>
          <p:cNvPr id="5" name="Footer Placeholder 4">
            <a:extLst>
              <a:ext uri="{FF2B5EF4-FFF2-40B4-BE49-F238E27FC236}">
                <a16:creationId xmlns:a16="http://schemas.microsoft.com/office/drawing/2014/main" id="{6CBE6DBA-262E-F415-988D-05030ED2FFA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CF3AE16-3F2E-EECD-6321-FD162C212030}"/>
              </a:ext>
            </a:extLst>
          </p:cNvPr>
          <p:cNvSpPr>
            <a:spLocks noGrp="1"/>
          </p:cNvSpPr>
          <p:nvPr>
            <p:ph type="sldNum" sz="quarter" idx="12"/>
          </p:nvPr>
        </p:nvSpPr>
        <p:spPr/>
        <p:txBody>
          <a:bodyPr/>
          <a:lstStyle/>
          <a:p>
            <a:fld id="{61747C95-3AE6-4FC3-BEF5-3AF60B1E4490}" type="slidenum">
              <a:rPr lang="en-US" smtClean="0"/>
              <a:t>‹#›</a:t>
            </a:fld>
            <a:endParaRPr lang="en-US"/>
          </a:p>
        </p:txBody>
      </p:sp>
    </p:spTree>
    <p:extLst>
      <p:ext uri="{BB962C8B-B14F-4D97-AF65-F5344CB8AC3E}">
        <p14:creationId xmlns:p14="http://schemas.microsoft.com/office/powerpoint/2010/main" val="99455500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90D78C3-5C03-F580-A6DF-6BE730BB0579}"/>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CF7D46C-7FEE-16CA-4880-0BDDE941C54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5477B30-DB22-5B49-8559-BE8E5072205D}"/>
              </a:ext>
            </a:extLst>
          </p:cNvPr>
          <p:cNvSpPr>
            <a:spLocks noGrp="1"/>
          </p:cNvSpPr>
          <p:nvPr>
            <p:ph type="dt" sz="half" idx="10"/>
          </p:nvPr>
        </p:nvSpPr>
        <p:spPr/>
        <p:txBody>
          <a:bodyPr/>
          <a:lstStyle/>
          <a:p>
            <a:fld id="{AD602975-B289-4314-8493-37304AB31C48}" type="datetimeFigureOut">
              <a:rPr lang="en-US" smtClean="0"/>
              <a:t>9/27/2026</a:t>
            </a:fld>
            <a:endParaRPr lang="en-US"/>
          </a:p>
        </p:txBody>
      </p:sp>
      <p:sp>
        <p:nvSpPr>
          <p:cNvPr id="5" name="Footer Placeholder 4">
            <a:extLst>
              <a:ext uri="{FF2B5EF4-FFF2-40B4-BE49-F238E27FC236}">
                <a16:creationId xmlns:a16="http://schemas.microsoft.com/office/drawing/2014/main" id="{60F47583-1E09-0BD5-29B9-9A4BE4B9895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B90F7BB-8235-E39E-14FE-D1CB13E19921}"/>
              </a:ext>
            </a:extLst>
          </p:cNvPr>
          <p:cNvSpPr>
            <a:spLocks noGrp="1"/>
          </p:cNvSpPr>
          <p:nvPr>
            <p:ph type="sldNum" sz="quarter" idx="12"/>
          </p:nvPr>
        </p:nvSpPr>
        <p:spPr/>
        <p:txBody>
          <a:bodyPr/>
          <a:lstStyle/>
          <a:p>
            <a:fld id="{61747C95-3AE6-4FC3-BEF5-3AF60B1E4490}" type="slidenum">
              <a:rPr lang="en-US" smtClean="0"/>
              <a:t>‹#›</a:t>
            </a:fld>
            <a:endParaRPr lang="en-US"/>
          </a:p>
        </p:txBody>
      </p:sp>
    </p:spTree>
    <p:extLst>
      <p:ext uri="{BB962C8B-B14F-4D97-AF65-F5344CB8AC3E}">
        <p14:creationId xmlns:p14="http://schemas.microsoft.com/office/powerpoint/2010/main" val="233874559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E758883-6EB9-ED05-2B13-65463B75B342}"/>
              </a:ext>
            </a:extLst>
          </p:cNvPr>
          <p:cNvSpPr>
            <a:spLocks noGrp="1"/>
          </p:cNvSpPr>
          <p:nvPr>
            <p:ph type="title"/>
          </p:nvPr>
        </p:nvSpPr>
        <p:spPr>
          <a:xfrm>
            <a:off x="821803" y="1"/>
            <a:ext cx="9028253" cy="681036"/>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7C6B952-A2D3-9059-B5F7-59828EF3155E}"/>
              </a:ext>
            </a:extLst>
          </p:cNvPr>
          <p:cNvSpPr>
            <a:spLocks noGrp="1"/>
          </p:cNvSpPr>
          <p:nvPr>
            <p:ph type="body" idx="1"/>
          </p:nvPr>
        </p:nvSpPr>
        <p:spPr>
          <a:xfrm>
            <a:off x="838200" y="775504"/>
            <a:ext cx="10515600" cy="5401459"/>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B052906-DA9D-C7C6-AE6A-B99C99448BD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D602975-B289-4314-8493-37304AB31C48}" type="datetimeFigureOut">
              <a:rPr lang="en-US" smtClean="0"/>
              <a:t>9/27/2026</a:t>
            </a:fld>
            <a:endParaRPr lang="en-US"/>
          </a:p>
        </p:txBody>
      </p:sp>
      <p:sp>
        <p:nvSpPr>
          <p:cNvPr id="5" name="Footer Placeholder 4">
            <a:extLst>
              <a:ext uri="{FF2B5EF4-FFF2-40B4-BE49-F238E27FC236}">
                <a16:creationId xmlns:a16="http://schemas.microsoft.com/office/drawing/2014/main" id="{03EBB1C5-733A-D2F6-D1CC-9CE8B4201B0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6EACBED8-3F90-C023-E0C0-1ABE9335943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1747C95-3AE6-4FC3-BEF5-3AF60B1E4490}" type="slidenum">
              <a:rPr lang="en-US" smtClean="0"/>
              <a:t>‹#›</a:t>
            </a:fld>
            <a:endParaRPr lang="en-US"/>
          </a:p>
        </p:txBody>
      </p:sp>
    </p:spTree>
    <p:extLst>
      <p:ext uri="{BB962C8B-B14F-4D97-AF65-F5344CB8AC3E}">
        <p14:creationId xmlns:p14="http://schemas.microsoft.com/office/powerpoint/2010/main" val="1458160655"/>
      </p:ext>
    </p:extLst>
  </p:cSld>
  <p:clrMap bg1="lt1" tx1="dk1" bg2="lt2" tx2="dk2" accent1="accent1" accent2="accent2" accent3="accent3" accent4="accent4" accent5="accent5" accent6="accent6" hlink="hlink" folHlink="folHlink"/>
  <p:sldLayoutIdLst>
    <p:sldLayoutId id="2147483649" r:id="rId1"/>
    <p:sldLayoutId id="2147483673" r:id="rId2"/>
    <p:sldLayoutId id="2147483660" r:id="rId3"/>
    <p:sldLayoutId id="2147483661" r:id="rId4"/>
    <p:sldLayoutId id="2147483662" r:id="rId5"/>
    <p:sldLayoutId id="2147483663" r:id="rId6"/>
    <p:sldLayoutId id="2147483664" r:id="rId7"/>
    <p:sldLayoutId id="2147483665" r:id="rId8"/>
    <p:sldLayoutId id="2147483666" r:id="rId9"/>
    <p:sldLayoutId id="2147483667" r:id="rId10"/>
    <p:sldLayoutId id="2147483668" r:id="rId11"/>
    <p:sldLayoutId id="2147483669" r:id="rId12"/>
    <p:sldLayoutId id="2147483670" r:id="rId13"/>
    <p:sldLayoutId id="2147483671" r:id="rId14"/>
    <p:sldLayoutId id="2147483650" r:id="rId15"/>
    <p:sldLayoutId id="2147483672" r:id="rId16"/>
    <p:sldLayoutId id="2147483651" r:id="rId17"/>
    <p:sldLayoutId id="2147483652" r:id="rId18"/>
    <p:sldLayoutId id="2147483653" r:id="rId19"/>
    <p:sldLayoutId id="2147483654" r:id="rId20"/>
    <p:sldLayoutId id="2147483655" r:id="rId21"/>
    <p:sldLayoutId id="2147483656" r:id="rId22"/>
    <p:sldLayoutId id="2147483657" r:id="rId23"/>
    <p:sldLayoutId id="2147483658" r:id="rId24"/>
    <p:sldLayoutId id="2147483659" r:id="rId25"/>
  </p:sldLayoutIdLst>
  <p:txStyles>
    <p:titleStyle>
      <a:lvl1pPr algn="l" defTabSz="914400" rtl="0" eaLnBrk="1" latinLnBrk="0" hangingPunct="1">
        <a:lnSpc>
          <a:spcPct val="90000"/>
        </a:lnSpc>
        <a:spcBef>
          <a:spcPct val="0"/>
        </a:spcBef>
        <a:buNone/>
        <a:defRPr sz="4000" kern="1200">
          <a:solidFill>
            <a:schemeClr val="bg1"/>
          </a:solidFill>
          <a:latin typeface="Times New Roman" panose="02020603050405020304" pitchFamily="18" charset="0"/>
          <a:ea typeface="+mj-ea"/>
          <a:cs typeface="Times New Roman" panose="02020603050405020304" pitchFamily="18"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Times New Roman" panose="02020603050405020304" pitchFamily="18" charset="0"/>
          <a:ea typeface="+mn-ea"/>
          <a:cs typeface="Times New Roman" panose="02020603050405020304" pitchFamily="18"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imes New Roman" panose="02020603050405020304" pitchFamily="18" charset="0"/>
          <a:ea typeface="+mn-ea"/>
          <a:cs typeface="Times New Roman" panose="02020603050405020304" pitchFamily="18"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Times New Roman" panose="02020603050405020304" pitchFamily="18" charset="0"/>
          <a:ea typeface="+mn-ea"/>
          <a:cs typeface="Times New Roman" panose="02020603050405020304" pitchFamily="18"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Times New Roman" panose="02020603050405020304" pitchFamily="18"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Times New Roman" panose="020206030504050203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2.xml"/><Relationship Id="rId1" Type="http://schemas.openxmlformats.org/officeDocument/2006/relationships/slideLayout" Target="../slideLayouts/slideLayout1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5.xml"/></Relationships>
</file>

<file path=ppt/slides/_rels/slide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4.xml"/><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5.xml"/><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6.xml"/><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7.xml"/><Relationship Id="rId1" Type="http://schemas.openxmlformats.org/officeDocument/2006/relationships/slideLayout" Target="../slideLayouts/slideLayout15.xml"/><Relationship Id="rId4" Type="http://schemas.openxmlformats.org/officeDocument/2006/relationships/image" Target="../media/image23.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5.xml"/></Relationships>
</file>

<file path=ppt/slides/_rels/slide1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0.xml"/><Relationship Id="rId1" Type="http://schemas.openxmlformats.org/officeDocument/2006/relationships/slideLayout" Target="../slideLayouts/slideLayout1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5.xml"/></Relationships>
</file>

<file path=ppt/slides/_rels/slide14.xml.rels><?xml version="1.0" encoding="UTF-8" standalone="yes"?>
<Relationships xmlns="http://schemas.openxmlformats.org/package/2006/relationships"><Relationship Id="rId3" Type="http://schemas.openxmlformats.org/officeDocument/2006/relationships/hyperlink" Target="https://barmaid-trapezoid-grooving.ngrok-free.dev/" TargetMode="External"/><Relationship Id="rId2" Type="http://schemas.openxmlformats.org/officeDocument/2006/relationships/notesSlide" Target="../notesSlides/notesSlide14.xml"/><Relationship Id="rId1" Type="http://schemas.openxmlformats.org/officeDocument/2006/relationships/slideLayout" Target="../slideLayouts/slideLayout1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5.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5DBAF83-6423-2E1F-98AF-23C355E9C8F0}"/>
              </a:ext>
            </a:extLst>
          </p:cNvPr>
          <p:cNvSpPr>
            <a:spLocks noGrp="1"/>
          </p:cNvSpPr>
          <p:nvPr>
            <p:ph type="ctrTitle"/>
          </p:nvPr>
        </p:nvSpPr>
        <p:spPr>
          <a:xfrm>
            <a:off x="824173" y="1340415"/>
            <a:ext cx="5565052" cy="506611"/>
          </a:xfrm>
        </p:spPr>
        <p:txBody>
          <a:bodyPr/>
          <a:lstStyle/>
          <a:p>
            <a:r>
              <a:rPr lang="vi-VN" sz="2800" dirty="0"/>
              <a:t>BÀI TẬP LỚN HỌC MÁY CƠ BẢN</a:t>
            </a:r>
            <a:endParaRPr lang="en-US" sz="2800" b="1" dirty="0"/>
          </a:p>
        </p:txBody>
      </p:sp>
      <p:sp>
        <p:nvSpPr>
          <p:cNvPr id="2" name="Rectangle 1"/>
          <p:cNvSpPr>
            <a:spLocks noChangeArrowheads="1"/>
          </p:cNvSpPr>
          <p:nvPr/>
        </p:nvSpPr>
        <p:spPr bwMode="auto">
          <a:xfrm>
            <a:off x="0" y="4775360"/>
            <a:ext cx="6758429" cy="19082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vi-VN" altLang="vi-VN" sz="1800" b="0" i="0" u="none" strike="noStrike" cap="none" normalizeH="0" baseline="0" dirty="0" smtClean="0">
              <a:ln>
                <a:noFill/>
              </a:ln>
              <a:solidFill>
                <a:schemeClr val="tx1"/>
              </a:solidFill>
              <a:effectLst/>
              <a:latin typeface="+mj-lt"/>
            </a:endParaRPr>
          </a:p>
          <a:p>
            <a:r>
              <a:rPr lang="vi-VN" sz="2000" b="1" dirty="0">
                <a:latin typeface="+mj-lt"/>
              </a:rPr>
              <a:t>Học phần:</a:t>
            </a:r>
            <a:r>
              <a:rPr lang="vi-VN" sz="2000" dirty="0">
                <a:latin typeface="+mj-lt"/>
              </a:rPr>
              <a:t> Học máy cơ bản </a:t>
            </a:r>
            <a:endParaRPr lang="vi-VN" sz="2000" dirty="0">
              <a:latin typeface="+mj-lt"/>
            </a:endParaRPr>
          </a:p>
          <a:p>
            <a:r>
              <a:rPr lang="vi-VN" sz="2000" b="1" dirty="0" smtClean="0">
                <a:latin typeface="+mj-lt"/>
              </a:rPr>
              <a:t>Lớp</a:t>
            </a:r>
            <a:r>
              <a:rPr lang="vi-VN" sz="2000" b="1" dirty="0">
                <a:latin typeface="+mj-lt"/>
              </a:rPr>
              <a:t>: </a:t>
            </a:r>
            <a:r>
              <a:rPr lang="vi-VN" sz="2000" dirty="0">
                <a:latin typeface="+mj-lt"/>
              </a:rPr>
              <a:t>12523W.2</a:t>
            </a:r>
          </a:p>
          <a:p>
            <a:r>
              <a:rPr lang="vi-VN" sz="2000" b="1" dirty="0">
                <a:latin typeface="+mj-lt"/>
              </a:rPr>
              <a:t>Giảng viên hướng dẫn:</a:t>
            </a:r>
            <a:r>
              <a:rPr lang="vi-VN" sz="2000" dirty="0">
                <a:latin typeface="+mj-lt"/>
              </a:rPr>
              <a:t> Thầy Nguyễn Đức Tuấn Anh</a:t>
            </a:r>
          </a:p>
          <a:p>
            <a:r>
              <a:rPr lang="vi-VN" sz="2000" b="1" dirty="0">
                <a:latin typeface="+mj-lt"/>
              </a:rPr>
              <a:t>Nhóm thực hiện (Nhóm 04</a:t>
            </a:r>
            <a:r>
              <a:rPr lang="vi-VN" sz="2000" b="1" dirty="0" smtClean="0">
                <a:latin typeface="+mj-lt"/>
              </a:rPr>
              <a:t>):</a:t>
            </a:r>
            <a:r>
              <a:rPr lang="vi-VN" sz="2000" dirty="0" smtClean="0">
                <a:latin typeface="+mj-lt"/>
              </a:rPr>
              <a:t>Đào </a:t>
            </a:r>
            <a:r>
              <a:rPr lang="vi-VN" sz="2000" dirty="0">
                <a:latin typeface="+mj-lt"/>
              </a:rPr>
              <a:t>Hậu </a:t>
            </a:r>
            <a:r>
              <a:rPr lang="vi-VN" sz="2000" dirty="0" smtClean="0">
                <a:latin typeface="+mj-lt"/>
              </a:rPr>
              <a:t>Phương - 10123261</a:t>
            </a:r>
            <a:endParaRPr lang="vi-VN" sz="2000" dirty="0">
              <a:latin typeface="+mj-lt"/>
            </a:endParaRPr>
          </a:p>
          <a:p>
            <a:pPr lvl="1"/>
            <a:r>
              <a:rPr lang="vi-VN" sz="2000" dirty="0" smtClean="0">
                <a:latin typeface="+mj-lt"/>
              </a:rPr>
              <a:t>			     Nguyễn </a:t>
            </a:r>
            <a:r>
              <a:rPr lang="vi-VN" sz="2000" dirty="0">
                <a:latin typeface="+mj-lt"/>
              </a:rPr>
              <a:t>Quang </a:t>
            </a:r>
            <a:r>
              <a:rPr lang="vi-VN" sz="2000" dirty="0" smtClean="0">
                <a:latin typeface="+mj-lt"/>
              </a:rPr>
              <a:t>Huy - 10123162</a:t>
            </a:r>
            <a:endParaRPr lang="vi-VN" sz="2000" dirty="0">
              <a:latin typeface="+mj-lt"/>
            </a:endParaRPr>
          </a:p>
        </p:txBody>
      </p:sp>
      <p:sp>
        <p:nvSpPr>
          <p:cNvPr id="5" name="Rectangle 4"/>
          <p:cNvSpPr/>
          <p:nvPr/>
        </p:nvSpPr>
        <p:spPr>
          <a:xfrm>
            <a:off x="325276" y="2073720"/>
            <a:ext cx="6433153" cy="1200329"/>
          </a:xfrm>
          <a:prstGeom prst="rect">
            <a:avLst/>
          </a:prstGeom>
        </p:spPr>
        <p:txBody>
          <a:bodyPr wrap="square">
            <a:spAutoFit/>
          </a:bodyPr>
          <a:lstStyle/>
          <a:p>
            <a:pPr algn="ctr"/>
            <a:r>
              <a:rPr lang="vi-VN" sz="2400" b="1" dirty="0">
                <a:solidFill>
                  <a:srgbClr val="1B1B1E"/>
                </a:solidFill>
                <a:latin typeface="+mj-lt"/>
              </a:rPr>
              <a:t>Đề tài:</a:t>
            </a:r>
            <a:r>
              <a:rPr lang="vi-VN" sz="2400" dirty="0">
                <a:solidFill>
                  <a:srgbClr val="1B1B1E"/>
                </a:solidFill>
                <a:latin typeface="+mj-lt"/>
              </a:rPr>
              <a:t> DỰ ĐOÁN DOANH SỐ TỪ CHI PHÍ QUẢNG CÁO (ADVERTISING SALES PREDICTION)</a:t>
            </a:r>
            <a:endParaRPr lang="vi-VN" sz="2400" b="0" i="0" dirty="0">
              <a:solidFill>
                <a:srgbClr val="1B1B1E"/>
              </a:solidFill>
              <a:effectLst/>
              <a:latin typeface="+mj-lt"/>
            </a:endParaRPr>
          </a:p>
        </p:txBody>
      </p:sp>
    </p:spTree>
    <p:extLst>
      <p:ext uri="{BB962C8B-B14F-4D97-AF65-F5344CB8AC3E}">
        <p14:creationId xmlns:p14="http://schemas.microsoft.com/office/powerpoint/2010/main" val="734504402"/>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256870-FC86-27A7-594E-F2555EB6F97F}"/>
            </a:ext>
          </a:extLst>
        </p:cNvPr>
        <p:cNvGrpSpPr/>
        <p:nvPr/>
      </p:nvGrpSpPr>
      <p:grpSpPr>
        <a:xfrm>
          <a:off x="0" y="0"/>
          <a:ext cx="0" cy="0"/>
          <a:chOff x="0" y="0"/>
          <a:chExt cx="0" cy="0"/>
        </a:xfrm>
      </p:grpSpPr>
      <p:sp>
        <p:nvSpPr>
          <p:cNvPr id="15" name="Rectangle 14"/>
          <p:cNvSpPr/>
          <p:nvPr/>
        </p:nvSpPr>
        <p:spPr>
          <a:xfrm>
            <a:off x="263461" y="111375"/>
            <a:ext cx="5219057" cy="584775"/>
          </a:xfrm>
          <a:prstGeom prst="rect">
            <a:avLst/>
          </a:prstGeom>
        </p:spPr>
        <p:txBody>
          <a:bodyPr wrap="none">
            <a:spAutoFit/>
          </a:bodyPr>
          <a:lstStyle/>
          <a:p>
            <a:r>
              <a:rPr lang="vi-VN" sz="3200" b="1" spc="-10" dirty="0" smtClean="0">
                <a:solidFill>
                  <a:schemeClr val="bg1"/>
                </a:solidFill>
                <a:latin typeface="+mj-lt"/>
                <a:cs typeface="Arial" panose="020B0604020202020204" pitchFamily="34" charset="0"/>
              </a:rPr>
              <a:t>Đặt vấn đề &amp; </a:t>
            </a:r>
            <a:r>
              <a:rPr lang="vi-VN" sz="3200" b="1" spc="-10" dirty="0" smtClean="0">
                <a:solidFill>
                  <a:schemeClr val="bg1"/>
                </a:solidFill>
                <a:latin typeface="+mj-lt"/>
                <a:cs typeface="Arial" panose="020B0604020202020204" pitchFamily="34" charset="0"/>
              </a:rPr>
              <a:t>Mục tiêu đề tài</a:t>
            </a:r>
            <a:endParaRPr lang="vi-VN" sz="3200" b="1" dirty="0">
              <a:solidFill>
                <a:schemeClr val="bg1"/>
              </a:solidFill>
              <a:latin typeface="+mj-lt"/>
            </a:endParaRPr>
          </a:p>
        </p:txBody>
      </p:sp>
      <p:sp>
        <p:nvSpPr>
          <p:cNvPr id="4" name="Rectangle 2"/>
          <p:cNvSpPr>
            <a:spLocks noChangeArrowheads="1"/>
          </p:cNvSpPr>
          <p:nvPr/>
        </p:nvSpPr>
        <p:spPr bwMode="auto">
          <a:xfrm>
            <a:off x="263461" y="865427"/>
            <a:ext cx="5219057" cy="535531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vi-VN" altLang="vi-VN" b="0" i="0" u="none" strike="noStrike" cap="none" normalizeH="0" baseline="0" dirty="0" smtClean="0">
              <a:ln>
                <a:noFill/>
              </a:ln>
              <a:solidFill>
                <a:schemeClr val="tx1"/>
              </a:solidFill>
              <a:effectLst/>
            </a:endParaRPr>
          </a:p>
          <a:p>
            <a:r>
              <a:rPr kumimoji="0" lang="vi-VN" altLang="vi-VN" sz="2200" b="0" i="0" u="none" strike="noStrike" cap="none" normalizeH="0" baseline="0" dirty="0" smtClean="0">
                <a:ln>
                  <a:noFill/>
                </a:ln>
                <a:solidFill>
                  <a:srgbClr val="1B1B1E"/>
                </a:solidFill>
                <a:effectLst/>
                <a:latin typeface="+mj-lt"/>
              </a:rPr>
              <a:t> </a:t>
            </a:r>
            <a:r>
              <a:rPr lang="vi-VN" sz="2200" b="1" dirty="0">
                <a:latin typeface="+mj-lt"/>
              </a:rPr>
              <a:t>Tính cấp thiết trong kinh doanh:</a:t>
            </a:r>
            <a:endParaRPr lang="vi-VN" sz="2200" dirty="0">
              <a:latin typeface="+mj-lt"/>
            </a:endParaRPr>
          </a:p>
          <a:p>
            <a:pPr lvl="1"/>
            <a:r>
              <a:rPr lang="vi-VN" sz="2200" dirty="0">
                <a:latin typeface="+mj-lt"/>
              </a:rPr>
              <a:t>Doanh nghiệp luôn phải đối mặt với bài toán tối ưu hóa nguồn vốn đầu tư marketing.</a:t>
            </a:r>
          </a:p>
          <a:p>
            <a:pPr lvl="1"/>
            <a:r>
              <a:rPr lang="vi-VN" sz="2200" dirty="0">
                <a:latin typeface="+mj-lt"/>
              </a:rPr>
              <a:t>Phân bổ sai ngân sách giữa các kênh truyền hình (TV), phát thanh (Radio), báo chí (Newspaper) dẫn đến thất thoát doanh thu.</a:t>
            </a:r>
          </a:p>
          <a:p>
            <a:r>
              <a:rPr lang="vi-VN" sz="2200" b="1" dirty="0">
                <a:latin typeface="+mj-lt"/>
              </a:rPr>
              <a:t>Mục tiêu đề tài:</a:t>
            </a:r>
            <a:endParaRPr lang="vi-VN" sz="2200" dirty="0">
              <a:latin typeface="+mj-lt"/>
            </a:endParaRPr>
          </a:p>
          <a:p>
            <a:pPr lvl="1"/>
            <a:r>
              <a:rPr lang="vi-VN" sz="2200" dirty="0">
                <a:latin typeface="+mj-lt"/>
              </a:rPr>
              <a:t>Ứng dụng các thuật toán Học máy (Machine Learning) để xây dựng mô hình dự báo chính xác doanh số bán hàng.</a:t>
            </a:r>
          </a:p>
          <a:p>
            <a:pPr lvl="1"/>
            <a:r>
              <a:rPr lang="vi-VN" sz="2200" dirty="0">
                <a:latin typeface="+mj-lt"/>
              </a:rPr>
              <a:t>Ứng dụng quy trình MLOps hiện đại để đưa mô hình từ môi trường nghiên cứu ra sản phẩm thực tế chạy 24/7.</a:t>
            </a:r>
          </a:p>
        </p:txBody>
      </p:sp>
      <p:pic>
        <p:nvPicPr>
          <p:cNvPr id="6148" name="Picture 4" descr="2,300+ Digital Marketing Channels Illustrations - iStock"/>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37398" y="1103378"/>
            <a:ext cx="4728942" cy="4879409"/>
          </a:xfrm>
          <a:prstGeom prst="rect">
            <a:avLst/>
          </a:prstGeom>
          <a:ln w="190500" cap="sq">
            <a:solidFill>
              <a:srgbClr val="C8C6BD"/>
            </a:solidFill>
            <a:prstDash val="solid"/>
            <a:miter lim="800000"/>
          </a:ln>
          <a:effectLst>
            <a:outerShdw blurRad="254000" algn="bl" rotWithShape="0">
              <a:srgbClr val="000000">
                <a:alpha val="43000"/>
              </a:srgbClr>
            </a:outerShdw>
          </a:effectLst>
          <a:scene3d>
            <a:camera prst="perspectiveFront" fov="5400000"/>
            <a:lightRig rig="threePt" dir="t">
              <a:rot lat="0" lon="0" rev="2100000"/>
            </a:lightRig>
          </a:scene3d>
          <a:sp3d extrusionH="25400">
            <a:bevelT w="304800" h="152400" prst="hardEdge"/>
            <a:extrusionClr>
              <a:srgbClr val="000000"/>
            </a:extrusionClr>
          </a:sp3d>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69362663"/>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256870-FC86-27A7-594E-F2555EB6F97F}"/>
            </a:ext>
          </a:extLst>
        </p:cNvPr>
        <p:cNvGrpSpPr/>
        <p:nvPr/>
      </p:nvGrpSpPr>
      <p:grpSpPr>
        <a:xfrm>
          <a:off x="0" y="0"/>
          <a:ext cx="0" cy="0"/>
          <a:chOff x="0" y="0"/>
          <a:chExt cx="0" cy="0"/>
        </a:xfrm>
      </p:grpSpPr>
      <p:sp>
        <p:nvSpPr>
          <p:cNvPr id="15" name="Rectangle 14"/>
          <p:cNvSpPr/>
          <p:nvPr/>
        </p:nvSpPr>
        <p:spPr>
          <a:xfrm>
            <a:off x="144386" y="41927"/>
            <a:ext cx="7790915" cy="584775"/>
          </a:xfrm>
          <a:prstGeom prst="rect">
            <a:avLst/>
          </a:prstGeom>
        </p:spPr>
        <p:txBody>
          <a:bodyPr wrap="none">
            <a:spAutoFit/>
          </a:bodyPr>
          <a:lstStyle/>
          <a:p>
            <a:r>
              <a:rPr lang="vi-VN" sz="3200" b="1" dirty="0">
                <a:solidFill>
                  <a:schemeClr val="bg1"/>
                </a:solidFill>
                <a:latin typeface="+mj-lt"/>
              </a:rPr>
              <a:t>Giới thiệu tập dữ liệu (Advertising Dataset)</a:t>
            </a:r>
          </a:p>
        </p:txBody>
      </p:sp>
      <p:sp>
        <p:nvSpPr>
          <p:cNvPr id="8" name="Rectangle 3"/>
          <p:cNvSpPr>
            <a:spLocks noChangeArrowheads="1"/>
          </p:cNvSpPr>
          <p:nvPr/>
        </p:nvSpPr>
        <p:spPr bwMode="auto">
          <a:xfrm>
            <a:off x="1782502" y="1224420"/>
            <a:ext cx="65" cy="27699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vi-VN" altLang="vi-VN" b="0" i="0" u="none" strike="noStrike" cap="none" normalizeH="0" baseline="0" dirty="0" smtClean="0">
              <a:ln>
                <a:noFill/>
              </a:ln>
              <a:solidFill>
                <a:schemeClr val="tx1"/>
              </a:solidFill>
              <a:effectLst/>
            </a:endParaRPr>
          </a:p>
        </p:txBody>
      </p:sp>
      <p:sp>
        <p:nvSpPr>
          <p:cNvPr id="10" name="Rectangle 9"/>
          <p:cNvSpPr/>
          <p:nvPr/>
        </p:nvSpPr>
        <p:spPr>
          <a:xfrm>
            <a:off x="503945" y="1485296"/>
            <a:ext cx="248786" cy="369332"/>
          </a:xfrm>
          <a:prstGeom prst="rect">
            <a:avLst/>
          </a:prstGeom>
        </p:spPr>
        <p:txBody>
          <a:bodyPr wrap="none">
            <a:spAutoFit/>
          </a:bodyPr>
          <a:lstStyle/>
          <a:p>
            <a:r>
              <a:rPr lang="vi-VN" b="1" dirty="0" smtClean="0">
                <a:solidFill>
                  <a:srgbClr val="1B1B1E"/>
                </a:solidFill>
                <a:latin typeface="Inter"/>
              </a:rPr>
              <a:t> </a:t>
            </a:r>
            <a:endParaRPr lang="vi-VN" dirty="0"/>
          </a:p>
        </p:txBody>
      </p:sp>
      <p:sp>
        <p:nvSpPr>
          <p:cNvPr id="11" name="Rectangle 4"/>
          <p:cNvSpPr>
            <a:spLocks noChangeArrowheads="1"/>
          </p:cNvSpPr>
          <p:nvPr/>
        </p:nvSpPr>
        <p:spPr bwMode="auto">
          <a:xfrm>
            <a:off x="1192191" y="4251564"/>
            <a:ext cx="65"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vi-VN" altLang="vi-VN" b="0" i="0" u="none" strike="noStrike" cap="none" normalizeH="0" baseline="0" dirty="0" smtClean="0">
              <a:ln>
                <a:noFill/>
              </a:ln>
              <a:solidFill>
                <a:schemeClr val="tx1"/>
              </a:solidFill>
              <a:effectLst/>
            </a:endParaRPr>
          </a:p>
        </p:txBody>
      </p:sp>
      <p:sp>
        <p:nvSpPr>
          <p:cNvPr id="2" name="Rectangle 1"/>
          <p:cNvSpPr/>
          <p:nvPr/>
        </p:nvSpPr>
        <p:spPr>
          <a:xfrm>
            <a:off x="144386" y="1224420"/>
            <a:ext cx="7552779" cy="4832092"/>
          </a:xfrm>
          <a:prstGeom prst="rect">
            <a:avLst/>
          </a:prstGeom>
        </p:spPr>
        <p:txBody>
          <a:bodyPr wrap="square">
            <a:spAutoFit/>
          </a:bodyPr>
          <a:lstStyle/>
          <a:p>
            <a:r>
              <a:rPr lang="vi-VN" sz="2200" b="1" dirty="0">
                <a:solidFill>
                  <a:srgbClr val="1B1B1E"/>
                </a:solidFill>
                <a:latin typeface="+mj-lt"/>
              </a:rPr>
              <a:t>Nguồn gốc dữ liệu:</a:t>
            </a:r>
            <a:endParaRPr lang="vi-VN" sz="2200" dirty="0">
              <a:solidFill>
                <a:srgbClr val="1B1B1E"/>
              </a:solidFill>
              <a:latin typeface="+mj-lt"/>
            </a:endParaRPr>
          </a:p>
          <a:p>
            <a:pPr lvl="1"/>
            <a:r>
              <a:rPr lang="vi-VN" sz="2200" dirty="0">
                <a:solidFill>
                  <a:srgbClr val="1B1B1E"/>
                </a:solidFill>
                <a:latin typeface="+mj-lt"/>
              </a:rPr>
              <a:t>Tập dữ liệu chuẩn thống kê ứng dụng (trích từ tài liệu kinh điển </a:t>
            </a:r>
            <a:r>
              <a:rPr lang="vi-VN" sz="2200" i="1" dirty="0">
                <a:solidFill>
                  <a:srgbClr val="1B1B1E"/>
                </a:solidFill>
                <a:latin typeface="+mj-lt"/>
              </a:rPr>
              <a:t>An Introduction to Statistical Learning - ISLR</a:t>
            </a:r>
            <a:r>
              <a:rPr lang="vi-VN" sz="2200" dirty="0">
                <a:solidFill>
                  <a:srgbClr val="1B1B1E"/>
                </a:solidFill>
                <a:latin typeface="+mj-lt"/>
              </a:rPr>
              <a:t>).</a:t>
            </a:r>
          </a:p>
          <a:p>
            <a:r>
              <a:rPr lang="vi-VN" sz="2200" b="1" dirty="0">
                <a:solidFill>
                  <a:srgbClr val="1B1B1E"/>
                </a:solidFill>
                <a:latin typeface="+mj-lt"/>
              </a:rPr>
              <a:t>Quy mô &amp; Cấu trúc:</a:t>
            </a:r>
            <a:endParaRPr lang="vi-VN" sz="2200" dirty="0">
              <a:solidFill>
                <a:srgbClr val="1B1B1E"/>
              </a:solidFill>
              <a:latin typeface="+mj-lt"/>
            </a:endParaRPr>
          </a:p>
          <a:p>
            <a:pPr lvl="1"/>
            <a:r>
              <a:rPr lang="vi-VN" sz="2200" dirty="0">
                <a:solidFill>
                  <a:srgbClr val="1B1B1E"/>
                </a:solidFill>
                <a:latin typeface="+mj-lt"/>
              </a:rPr>
              <a:t>Tổng số mẫu quan sát: 200 bản ghi thực nghiệm từ các thị trường khác nhau.</a:t>
            </a:r>
          </a:p>
          <a:p>
            <a:pPr lvl="1"/>
            <a:r>
              <a:rPr lang="vi-VN" sz="2200" dirty="0">
                <a:solidFill>
                  <a:srgbClr val="1B1B1E"/>
                </a:solidFill>
                <a:latin typeface="+mj-lt"/>
              </a:rPr>
              <a:t>Tình trạng dữ liệu: Hoàn toàn sạch sẽ, không có giá trị khuyết thiếu (missing values).</a:t>
            </a:r>
          </a:p>
          <a:p>
            <a:r>
              <a:rPr lang="vi-VN" sz="2200" b="1" dirty="0">
                <a:solidFill>
                  <a:srgbClr val="1B1B1E"/>
                </a:solidFill>
                <a:latin typeface="+mj-lt"/>
              </a:rPr>
              <a:t>Chi tiết các đặc trưng đầu vào (Features &amp; Target):</a:t>
            </a:r>
            <a:endParaRPr lang="vi-VN" sz="2200" dirty="0">
              <a:solidFill>
                <a:srgbClr val="1B1B1E"/>
              </a:solidFill>
              <a:latin typeface="+mj-lt"/>
            </a:endParaRPr>
          </a:p>
          <a:p>
            <a:pPr lvl="1"/>
            <a:r>
              <a:rPr lang="vi-VN" sz="2200" dirty="0">
                <a:solidFill>
                  <a:srgbClr val="2B2D31"/>
                </a:solidFill>
                <a:latin typeface="+mj-lt"/>
              </a:rPr>
              <a:t>TV</a:t>
            </a:r>
            <a:r>
              <a:rPr lang="vi-VN" sz="2200" dirty="0">
                <a:solidFill>
                  <a:srgbClr val="1B1B1E"/>
                </a:solidFill>
                <a:latin typeface="+mj-lt"/>
              </a:rPr>
              <a:t>: Ngân sách quảng cáo truyền hình (nghìn USD).</a:t>
            </a:r>
          </a:p>
          <a:p>
            <a:pPr lvl="1"/>
            <a:r>
              <a:rPr lang="vi-VN" sz="2200" dirty="0">
                <a:solidFill>
                  <a:srgbClr val="2B2D31"/>
                </a:solidFill>
                <a:latin typeface="+mj-lt"/>
              </a:rPr>
              <a:t>Radio</a:t>
            </a:r>
            <a:r>
              <a:rPr lang="vi-VN" sz="2200" dirty="0">
                <a:solidFill>
                  <a:srgbClr val="1B1B1E"/>
                </a:solidFill>
                <a:latin typeface="+mj-lt"/>
              </a:rPr>
              <a:t>: Ngân sách quảng cáo phát thanh (nghìn USD).</a:t>
            </a:r>
          </a:p>
          <a:p>
            <a:pPr lvl="1"/>
            <a:r>
              <a:rPr lang="vi-VN" sz="2200" dirty="0">
                <a:solidFill>
                  <a:srgbClr val="2B2D31"/>
                </a:solidFill>
                <a:latin typeface="+mj-lt"/>
              </a:rPr>
              <a:t>Newspaper</a:t>
            </a:r>
            <a:r>
              <a:rPr lang="vi-VN" sz="2200" dirty="0">
                <a:solidFill>
                  <a:srgbClr val="1B1B1E"/>
                </a:solidFill>
                <a:latin typeface="+mj-lt"/>
              </a:rPr>
              <a:t>: Ngân sách quảng cáo báo giấy (nghìn USD).</a:t>
            </a:r>
          </a:p>
          <a:p>
            <a:pPr lvl="1"/>
            <a:r>
              <a:rPr lang="vi-VN" sz="2200" dirty="0">
                <a:solidFill>
                  <a:srgbClr val="2B2D31"/>
                </a:solidFill>
                <a:latin typeface="+mj-lt"/>
              </a:rPr>
              <a:t>Sales</a:t>
            </a:r>
            <a:r>
              <a:rPr lang="vi-VN" sz="2200" dirty="0">
                <a:solidFill>
                  <a:srgbClr val="1B1B1E"/>
                </a:solidFill>
                <a:latin typeface="+mj-lt"/>
              </a:rPr>
              <a:t> (Target): Doanh số sản phẩm bán được thực tế (nghìn sản phẩm).</a:t>
            </a:r>
            <a:endParaRPr lang="vi-VN" sz="2200" b="0" i="0" dirty="0">
              <a:solidFill>
                <a:srgbClr val="1B1B1E"/>
              </a:solidFill>
              <a:effectLst/>
              <a:latin typeface="+mj-lt"/>
            </a:endParaRPr>
          </a:p>
        </p:txBody>
      </p:sp>
    </p:spTree>
    <p:extLst>
      <p:ext uri="{BB962C8B-B14F-4D97-AF65-F5344CB8AC3E}">
        <p14:creationId xmlns:p14="http://schemas.microsoft.com/office/powerpoint/2010/main" val="1267357894"/>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256870-FC86-27A7-594E-F2555EB6F97F}"/>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C68B6B20-5184-00E6-D96C-30A05CBA0201}"/>
              </a:ext>
            </a:extLst>
          </p:cNvPr>
          <p:cNvSpPr txBox="1"/>
          <p:nvPr/>
        </p:nvSpPr>
        <p:spPr>
          <a:xfrm>
            <a:off x="144385" y="32290"/>
            <a:ext cx="8270409" cy="584775"/>
          </a:xfrm>
          <a:prstGeom prst="rect">
            <a:avLst/>
          </a:prstGeom>
          <a:noFill/>
        </p:spPr>
        <p:txBody>
          <a:bodyPr wrap="square">
            <a:spAutoFit/>
          </a:bodyPr>
          <a:lstStyle/>
          <a:p>
            <a:r>
              <a:rPr lang="vi-VN" sz="3200" b="1" dirty="0">
                <a:solidFill>
                  <a:schemeClr val="bg1"/>
                </a:solidFill>
                <a:latin typeface="+mj-lt"/>
              </a:rPr>
              <a:t>Phân tích khám phá dữ liệu </a:t>
            </a:r>
            <a:r>
              <a:rPr lang="vi-VN" sz="3200" b="1" dirty="0" smtClean="0">
                <a:solidFill>
                  <a:schemeClr val="bg1"/>
                </a:solidFill>
                <a:latin typeface="+mj-lt"/>
              </a:rPr>
              <a:t>– EDA(1)</a:t>
            </a:r>
            <a:endParaRPr lang="vi-VN" sz="3200" b="1" dirty="0">
              <a:solidFill>
                <a:schemeClr val="bg1"/>
              </a:solidFill>
              <a:latin typeface="+mj-lt"/>
            </a:endParaRPr>
          </a:p>
        </p:txBody>
      </p:sp>
      <p:sp>
        <p:nvSpPr>
          <p:cNvPr id="6" name="Rectangle 2"/>
          <p:cNvSpPr>
            <a:spLocks noChangeArrowheads="1"/>
          </p:cNvSpPr>
          <p:nvPr/>
        </p:nvSpPr>
        <p:spPr bwMode="auto">
          <a:xfrm rot="10800000" flipV="1">
            <a:off x="544010" y="3310110"/>
            <a:ext cx="4178461"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vi-VN" altLang="vi-VN" sz="1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vi-VN" altLang="vi-VN" sz="1800" b="0" i="0" u="none" strike="noStrike" cap="none" normalizeH="0" baseline="0" dirty="0" smtClean="0">
              <a:ln>
                <a:noFill/>
              </a:ln>
              <a:solidFill>
                <a:schemeClr val="tx1"/>
              </a:solidFill>
              <a:effectLst/>
              <a:latin typeface="Arial" panose="020B0604020202020204" pitchFamily="34" charset="0"/>
            </a:endParaRPr>
          </a:p>
        </p:txBody>
      </p:sp>
      <p:sp>
        <p:nvSpPr>
          <p:cNvPr id="7" name="Rectangle 6"/>
          <p:cNvSpPr/>
          <p:nvPr/>
        </p:nvSpPr>
        <p:spPr>
          <a:xfrm>
            <a:off x="144385" y="766771"/>
            <a:ext cx="11569195" cy="1107996"/>
          </a:xfrm>
          <a:prstGeom prst="rect">
            <a:avLst/>
          </a:prstGeom>
        </p:spPr>
        <p:txBody>
          <a:bodyPr wrap="square">
            <a:spAutoFit/>
          </a:bodyPr>
          <a:lstStyle/>
          <a:p>
            <a:r>
              <a:rPr lang="vi-VN" sz="2200" b="1" dirty="0">
                <a:solidFill>
                  <a:srgbClr val="1B1B1E"/>
                </a:solidFill>
                <a:latin typeface="+mj-lt"/>
              </a:rPr>
              <a:t>Phân phối biến mục tiêu (Sales):</a:t>
            </a:r>
            <a:endParaRPr lang="vi-VN" sz="2200" dirty="0">
              <a:solidFill>
                <a:srgbClr val="1B1B1E"/>
              </a:solidFill>
              <a:latin typeface="+mj-lt"/>
            </a:endParaRPr>
          </a:p>
          <a:p>
            <a:pPr lvl="1"/>
            <a:r>
              <a:rPr lang="vi-VN" sz="2200" dirty="0">
                <a:solidFill>
                  <a:srgbClr val="1B1B1E"/>
                </a:solidFill>
                <a:latin typeface="+mj-lt"/>
              </a:rPr>
              <a:t>Dạng hình chuông (Bell curve), tập trung chủ yếu từ 10 - 20 nghìn sản phẩm, không bị lệch đuôi nặng.</a:t>
            </a:r>
            <a:endParaRPr lang="vi-VN" sz="2200" b="0" i="0" dirty="0">
              <a:solidFill>
                <a:srgbClr val="1B1B1E"/>
              </a:solidFill>
              <a:effectLst/>
              <a:latin typeface="+mj-lt"/>
            </a:endParaRPr>
          </a:p>
        </p:txBody>
      </p:sp>
      <p:sp>
        <p:nvSpPr>
          <p:cNvPr id="14" name="Rectangle 13"/>
          <p:cNvSpPr/>
          <p:nvPr/>
        </p:nvSpPr>
        <p:spPr>
          <a:xfrm>
            <a:off x="0" y="5529944"/>
            <a:ext cx="12026096" cy="1229632"/>
          </a:xfrm>
          <a:prstGeom prst="rect">
            <a:avLst/>
          </a:prstGeom>
        </p:spPr>
        <p:txBody>
          <a:bodyPr wrap="square">
            <a:spAutoFit/>
          </a:bodyPr>
          <a:lstStyle/>
          <a:p>
            <a:pPr marL="285750" indent="-285750">
              <a:buFont typeface="Arial" panose="020B0604020202020204" pitchFamily="34" charset="0"/>
              <a:buChar char="•"/>
            </a:pPr>
            <a:r>
              <a:rPr lang="vi-VN" sz="2000" b="1" dirty="0" smtClean="0">
                <a:latin typeface="+mj-lt"/>
              </a:rPr>
              <a:t>Ý nghĩa:</a:t>
            </a:r>
            <a:r>
              <a:rPr lang="vi-VN" sz="2000" dirty="0" smtClean="0">
                <a:latin typeface="+mj-lt"/>
              </a:rPr>
              <a:t> Dữ liệu mục tiêu không bị lệch đuôi nặng (skewness thấp), phản ánh sự ổn định trong phân phối doanh số.</a:t>
            </a:r>
          </a:p>
          <a:p>
            <a:pPr marL="285750" indent="-285750">
              <a:buFont typeface="Arial" panose="020B0604020202020204" pitchFamily="34" charset="0"/>
              <a:buChar char="•"/>
            </a:pPr>
            <a:r>
              <a:rPr lang="vi-VN" sz="2000" b="1" dirty="0" smtClean="0">
                <a:latin typeface="+mj-lt"/>
              </a:rPr>
              <a:t>Quyết định xử lý:</a:t>
            </a:r>
            <a:r>
              <a:rPr lang="vi-VN" sz="2000" dirty="0" smtClean="0">
                <a:latin typeface="+mj-lt"/>
              </a:rPr>
              <a:t> Giữ nguyên thang đo gốc của biến Sales, không cần áp dụng biến đổi logarit</a:t>
            </a:r>
          </a:p>
          <a:p>
            <a:pPr marL="342900" lvl="0" indent="-342900">
              <a:lnSpc>
                <a:spcPts val="1575"/>
              </a:lnSpc>
              <a:spcAft>
                <a:spcPts val="525"/>
              </a:spcAft>
              <a:buSzPts val="1000"/>
              <a:buFont typeface="Symbol" panose="05050102010706020507" pitchFamily="18" charset="2"/>
              <a:buChar char=""/>
              <a:tabLst>
                <a:tab pos="457200" algn="l"/>
              </a:tabLst>
            </a:pPr>
            <a:endParaRPr lang="vi-VN" sz="2000" dirty="0">
              <a:solidFill>
                <a:srgbClr val="1B1B1E"/>
              </a:solidFill>
              <a:latin typeface="+mj-lt"/>
              <a:ea typeface="Arial" panose="020B0604020202020204" pitchFamily="34" charset="0"/>
              <a:cs typeface="Times New Roman" panose="02020603050405020304" pitchFamily="18" charset="0"/>
            </a:endParaRPr>
          </a:p>
        </p:txBody>
      </p:sp>
      <p:pic>
        <p:nvPicPr>
          <p:cNvPr id="19" name="Picture 18" descr="D:\advertising-mlops\docs\figures\eda_1_target_dist.png"/>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718355" y="1874767"/>
            <a:ext cx="6911782" cy="3426438"/>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214770526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256870-FC86-27A7-594E-F2555EB6F97F}"/>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C68B6B20-5184-00E6-D96C-30A05CBA0201}"/>
              </a:ext>
            </a:extLst>
          </p:cNvPr>
          <p:cNvSpPr txBox="1"/>
          <p:nvPr/>
        </p:nvSpPr>
        <p:spPr>
          <a:xfrm>
            <a:off x="144385" y="32290"/>
            <a:ext cx="8270409" cy="584775"/>
          </a:xfrm>
          <a:prstGeom prst="rect">
            <a:avLst/>
          </a:prstGeom>
          <a:noFill/>
        </p:spPr>
        <p:txBody>
          <a:bodyPr wrap="square">
            <a:spAutoFit/>
          </a:bodyPr>
          <a:lstStyle/>
          <a:p>
            <a:r>
              <a:rPr lang="vi-VN" sz="3200" b="1" dirty="0">
                <a:solidFill>
                  <a:schemeClr val="bg1"/>
                </a:solidFill>
                <a:latin typeface="+mj-lt"/>
              </a:rPr>
              <a:t>Phân tích khám phá dữ liệu - EDA </a:t>
            </a:r>
            <a:r>
              <a:rPr lang="vi-VN" sz="3200" b="1" dirty="0" smtClean="0">
                <a:solidFill>
                  <a:schemeClr val="bg1"/>
                </a:solidFill>
                <a:latin typeface="+mj-lt"/>
              </a:rPr>
              <a:t>(2)</a:t>
            </a:r>
            <a:endParaRPr lang="vi-VN" sz="3200" b="1" dirty="0">
              <a:solidFill>
                <a:schemeClr val="bg1"/>
              </a:solidFill>
              <a:latin typeface="+mj-lt"/>
            </a:endParaRPr>
          </a:p>
        </p:txBody>
      </p:sp>
      <p:sp>
        <p:nvSpPr>
          <p:cNvPr id="6" name="Rectangle 2"/>
          <p:cNvSpPr>
            <a:spLocks noChangeArrowheads="1"/>
          </p:cNvSpPr>
          <p:nvPr/>
        </p:nvSpPr>
        <p:spPr bwMode="auto">
          <a:xfrm rot="10800000" flipV="1">
            <a:off x="544010" y="3310110"/>
            <a:ext cx="4178461"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vi-VN" altLang="vi-VN" sz="1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vi-VN" altLang="vi-VN" sz="1800" b="0" i="0" u="none" strike="noStrike" cap="none" normalizeH="0" baseline="0" dirty="0" smtClean="0">
              <a:ln>
                <a:noFill/>
              </a:ln>
              <a:solidFill>
                <a:schemeClr val="tx1"/>
              </a:solidFill>
              <a:effectLst/>
              <a:latin typeface="Arial" panose="020B0604020202020204" pitchFamily="34" charset="0"/>
            </a:endParaRPr>
          </a:p>
        </p:txBody>
      </p:sp>
      <p:sp>
        <p:nvSpPr>
          <p:cNvPr id="14" name="Rectangle 13"/>
          <p:cNvSpPr/>
          <p:nvPr/>
        </p:nvSpPr>
        <p:spPr>
          <a:xfrm>
            <a:off x="144385" y="958681"/>
            <a:ext cx="5619807" cy="2328843"/>
          </a:xfrm>
          <a:prstGeom prst="rect">
            <a:avLst/>
          </a:prstGeom>
        </p:spPr>
        <p:txBody>
          <a:bodyPr wrap="square">
            <a:spAutoFit/>
          </a:bodyPr>
          <a:lstStyle/>
          <a:p>
            <a:r>
              <a:rPr lang="vi-VN" sz="2200" b="1" dirty="0">
                <a:latin typeface="+mj-lt"/>
              </a:rPr>
              <a:t>Ma trận tương quan (Correlation Heatmap):</a:t>
            </a:r>
            <a:endParaRPr lang="vi-VN" sz="2200" dirty="0">
              <a:latin typeface="+mj-lt"/>
            </a:endParaRPr>
          </a:p>
          <a:p>
            <a:pPr marL="342900" indent="-342900">
              <a:buFont typeface="Arial" panose="020B0604020202020204" pitchFamily="34" charset="0"/>
              <a:buChar char="•"/>
            </a:pPr>
            <a:r>
              <a:rPr lang="vi-VN" sz="2200" dirty="0" smtClean="0">
                <a:latin typeface="+mj-lt"/>
              </a:rPr>
              <a:t>Kênh </a:t>
            </a:r>
            <a:r>
              <a:rPr lang="vi-VN" sz="2200" b="1" dirty="0">
                <a:latin typeface="+mj-lt"/>
              </a:rPr>
              <a:t>TV</a:t>
            </a:r>
            <a:r>
              <a:rPr lang="vi-VN" sz="2200" dirty="0">
                <a:latin typeface="+mj-lt"/>
              </a:rPr>
              <a:t> có tương quan mạnh nhất với </a:t>
            </a:r>
            <a:r>
              <a:rPr lang="vi-VN" sz="2200" dirty="0" smtClean="0">
                <a:latin typeface="+mj-lt"/>
              </a:rPr>
              <a:t>doanh số (r = 0.782)</a:t>
            </a:r>
          </a:p>
          <a:p>
            <a:pPr marL="342900" indent="-342900">
              <a:buFont typeface="Arial" panose="020B0604020202020204" pitchFamily="34" charset="0"/>
              <a:buChar char="•"/>
            </a:pPr>
            <a:r>
              <a:rPr lang="vi-VN" sz="2200" dirty="0" smtClean="0">
                <a:latin typeface="+mj-lt"/>
              </a:rPr>
              <a:t>Kênh </a:t>
            </a:r>
            <a:r>
              <a:rPr lang="vi-VN" sz="2200" b="1" dirty="0">
                <a:latin typeface="+mj-lt"/>
              </a:rPr>
              <a:t>Radio</a:t>
            </a:r>
            <a:r>
              <a:rPr lang="vi-VN" sz="2200" dirty="0">
                <a:latin typeface="+mj-lt"/>
              </a:rPr>
              <a:t> tương quan khá </a:t>
            </a:r>
            <a:r>
              <a:rPr lang="vi-VN" sz="2200" dirty="0" smtClean="0">
                <a:latin typeface="+mj-lt"/>
              </a:rPr>
              <a:t>tốt (r = 0.576)</a:t>
            </a:r>
          </a:p>
          <a:p>
            <a:pPr marL="342900" indent="-342900">
              <a:buFont typeface="Arial" panose="020B0604020202020204" pitchFamily="34" charset="0"/>
              <a:buChar char="•"/>
            </a:pPr>
            <a:r>
              <a:rPr lang="vi-VN" sz="2200" dirty="0" smtClean="0">
                <a:latin typeface="+mj-lt"/>
              </a:rPr>
              <a:t>Kênh </a:t>
            </a:r>
            <a:r>
              <a:rPr lang="vi-VN" sz="2200" b="1" dirty="0">
                <a:latin typeface="+mj-lt"/>
              </a:rPr>
              <a:t>Newspaper</a:t>
            </a:r>
            <a:r>
              <a:rPr lang="vi-VN" sz="2200" dirty="0">
                <a:latin typeface="+mj-lt"/>
              </a:rPr>
              <a:t> có tương quan rất </a:t>
            </a:r>
            <a:r>
              <a:rPr lang="vi-VN" sz="2200" dirty="0" smtClean="0">
                <a:latin typeface="+mj-lt"/>
              </a:rPr>
              <a:t>yếu </a:t>
            </a:r>
          </a:p>
          <a:p>
            <a:r>
              <a:rPr lang="vi-VN" sz="2200" dirty="0" smtClean="0">
                <a:latin typeface="+mj-lt"/>
              </a:rPr>
              <a:t>(r = 0.228), cho thấy hiệu quả thấp </a:t>
            </a:r>
            <a:endParaRPr lang="vi-VN" sz="2200" dirty="0">
              <a:latin typeface="+mj-lt"/>
            </a:endParaRPr>
          </a:p>
          <a:p>
            <a:pPr marL="342900" lvl="0" indent="-342900">
              <a:lnSpc>
                <a:spcPts val="1575"/>
              </a:lnSpc>
              <a:spcAft>
                <a:spcPts val="525"/>
              </a:spcAft>
              <a:buSzPts val="1000"/>
              <a:buFont typeface="Symbol" panose="05050102010706020507" pitchFamily="18" charset="2"/>
              <a:buChar char=""/>
              <a:tabLst>
                <a:tab pos="457200" algn="l"/>
              </a:tabLst>
            </a:pPr>
            <a:endParaRPr lang="vi-VN" sz="2200" dirty="0">
              <a:solidFill>
                <a:srgbClr val="1B1B1E"/>
              </a:solidFill>
              <a:latin typeface="+mj-lt"/>
              <a:ea typeface="Arial" panose="020B0604020202020204" pitchFamily="34" charset="0"/>
              <a:cs typeface="Times New Roman" panose="02020603050405020304" pitchFamily="18" charset="0"/>
            </a:endParaRPr>
          </a:p>
        </p:txBody>
      </p:sp>
      <p:pic>
        <p:nvPicPr>
          <p:cNvPr id="8" name="Picture 7" descr="D:\advertising-mlops\docs\figures\eda_2_corr_heatmap.png"/>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432149" y="1177011"/>
            <a:ext cx="5478200" cy="4633480"/>
          </a:xfrm>
          <a:prstGeom prst="rect">
            <a:avLst/>
          </a:prstGeom>
          <a:ln>
            <a:noFill/>
          </a:ln>
          <a:effectLst>
            <a:outerShdw blurRad="190500" algn="tl" rotWithShape="0">
              <a:srgbClr val="000000">
                <a:alpha val="70000"/>
              </a:srgbClr>
            </a:outerShdw>
          </a:effectLst>
        </p:spPr>
      </p:pic>
      <p:sp>
        <p:nvSpPr>
          <p:cNvPr id="2" name="Rectangle 1"/>
          <p:cNvSpPr/>
          <p:nvPr/>
        </p:nvSpPr>
        <p:spPr>
          <a:xfrm>
            <a:off x="144385" y="3927419"/>
            <a:ext cx="6096000" cy="1446550"/>
          </a:xfrm>
          <a:prstGeom prst="rect">
            <a:avLst/>
          </a:prstGeom>
        </p:spPr>
        <p:txBody>
          <a:bodyPr>
            <a:spAutoFit/>
          </a:bodyPr>
          <a:lstStyle/>
          <a:p>
            <a:pPr>
              <a:buFont typeface="Arial" panose="020B0604020202020204" pitchFamily="34" charset="0"/>
              <a:buChar char="•"/>
            </a:pPr>
            <a:r>
              <a:rPr lang="vi-VN" sz="2200" dirty="0">
                <a:solidFill>
                  <a:srgbClr val="1B1B1E"/>
                </a:solidFill>
                <a:latin typeface="+mj-lt"/>
              </a:rPr>
              <a:t> </a:t>
            </a:r>
            <a:r>
              <a:rPr lang="vi-VN" sz="2200" b="1" dirty="0">
                <a:solidFill>
                  <a:srgbClr val="1B1B1E"/>
                </a:solidFill>
                <a:latin typeface="+mj-lt"/>
              </a:rPr>
              <a:t>Ý nghĩa:</a:t>
            </a:r>
            <a:r>
              <a:rPr lang="vi-VN" sz="2200" dirty="0">
                <a:solidFill>
                  <a:srgbClr val="1B1B1E"/>
                </a:solidFill>
                <a:latin typeface="+mj-lt"/>
              </a:rPr>
              <a:t> Ngân sách TV là động lực chính thúc đẩy doanh số, trong khi báo giấy mang lại hiệu quả thấp.</a:t>
            </a:r>
          </a:p>
          <a:p>
            <a:pPr>
              <a:buFont typeface="Arial" panose="020B0604020202020204" pitchFamily="34" charset="0"/>
              <a:buChar char="•"/>
            </a:pPr>
            <a:r>
              <a:rPr lang="vi-VN" sz="2200" b="1" dirty="0" smtClean="0">
                <a:solidFill>
                  <a:srgbClr val="1B1B1E"/>
                </a:solidFill>
                <a:latin typeface="+mj-lt"/>
              </a:rPr>
              <a:t>Quyết </a:t>
            </a:r>
            <a:r>
              <a:rPr lang="vi-VN" sz="2200" b="1" dirty="0">
                <a:solidFill>
                  <a:srgbClr val="1B1B1E"/>
                </a:solidFill>
                <a:latin typeface="+mj-lt"/>
              </a:rPr>
              <a:t>định xử lý:</a:t>
            </a:r>
            <a:r>
              <a:rPr lang="vi-VN" sz="2200" dirty="0">
                <a:solidFill>
                  <a:srgbClr val="1B1B1E"/>
                </a:solidFill>
                <a:latin typeface="+mj-lt"/>
              </a:rPr>
              <a:t> Giữ lại toàn bộ 3 đặc trưng để mô hình tự học trọng số.</a:t>
            </a:r>
            <a:endParaRPr lang="vi-VN" sz="2200" b="0" i="0" dirty="0">
              <a:solidFill>
                <a:srgbClr val="1B1B1E"/>
              </a:solidFill>
              <a:effectLst/>
              <a:latin typeface="+mj-lt"/>
            </a:endParaRPr>
          </a:p>
        </p:txBody>
      </p:sp>
    </p:spTree>
    <p:extLst>
      <p:ext uri="{BB962C8B-B14F-4D97-AF65-F5344CB8AC3E}">
        <p14:creationId xmlns:p14="http://schemas.microsoft.com/office/powerpoint/2010/main" val="242412243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256870-FC86-27A7-594E-F2555EB6F97F}"/>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C68B6B20-5184-00E6-D96C-30A05CBA0201}"/>
              </a:ext>
            </a:extLst>
          </p:cNvPr>
          <p:cNvSpPr txBox="1"/>
          <p:nvPr/>
        </p:nvSpPr>
        <p:spPr>
          <a:xfrm>
            <a:off x="144385" y="32290"/>
            <a:ext cx="8270409" cy="584775"/>
          </a:xfrm>
          <a:prstGeom prst="rect">
            <a:avLst/>
          </a:prstGeom>
          <a:noFill/>
        </p:spPr>
        <p:txBody>
          <a:bodyPr wrap="square">
            <a:spAutoFit/>
          </a:bodyPr>
          <a:lstStyle/>
          <a:p>
            <a:r>
              <a:rPr lang="vi-VN" sz="3200" b="1" dirty="0">
                <a:solidFill>
                  <a:schemeClr val="bg1"/>
                </a:solidFill>
                <a:latin typeface="+mj-lt"/>
              </a:rPr>
              <a:t>Phân tích khám phá dữ liệu - EDA </a:t>
            </a:r>
            <a:r>
              <a:rPr lang="vi-VN" sz="3200" b="1" dirty="0" smtClean="0">
                <a:solidFill>
                  <a:schemeClr val="bg1"/>
                </a:solidFill>
                <a:latin typeface="+mj-lt"/>
              </a:rPr>
              <a:t>(3)</a:t>
            </a:r>
            <a:endParaRPr lang="vi-VN" sz="3200" b="1" dirty="0">
              <a:solidFill>
                <a:schemeClr val="bg1"/>
              </a:solidFill>
              <a:latin typeface="+mj-lt"/>
            </a:endParaRPr>
          </a:p>
        </p:txBody>
      </p:sp>
      <p:sp>
        <p:nvSpPr>
          <p:cNvPr id="6" name="Rectangle 2"/>
          <p:cNvSpPr>
            <a:spLocks noChangeArrowheads="1"/>
          </p:cNvSpPr>
          <p:nvPr/>
        </p:nvSpPr>
        <p:spPr bwMode="auto">
          <a:xfrm rot="10800000" flipV="1">
            <a:off x="544010" y="3310110"/>
            <a:ext cx="4178461"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vi-VN" altLang="vi-VN" sz="1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vi-VN" altLang="vi-VN" sz="1800" b="0" i="0" u="none" strike="noStrike" cap="none" normalizeH="0" baseline="0" dirty="0" smtClean="0">
              <a:ln>
                <a:noFill/>
              </a:ln>
              <a:solidFill>
                <a:schemeClr val="tx1"/>
              </a:solidFill>
              <a:effectLst/>
              <a:latin typeface="Arial" panose="020B0604020202020204" pitchFamily="34" charset="0"/>
            </a:endParaRPr>
          </a:p>
        </p:txBody>
      </p:sp>
      <p:sp>
        <p:nvSpPr>
          <p:cNvPr id="14" name="Rectangle 13"/>
          <p:cNvSpPr/>
          <p:nvPr/>
        </p:nvSpPr>
        <p:spPr>
          <a:xfrm>
            <a:off x="144385" y="1571172"/>
            <a:ext cx="5619807" cy="3477875"/>
          </a:xfrm>
          <a:prstGeom prst="rect">
            <a:avLst/>
          </a:prstGeom>
        </p:spPr>
        <p:txBody>
          <a:bodyPr wrap="square">
            <a:spAutoFit/>
          </a:bodyPr>
          <a:lstStyle/>
          <a:p>
            <a:r>
              <a:rPr lang="vi-VN" sz="2200" b="1" dirty="0">
                <a:latin typeface="+mj-lt"/>
              </a:rPr>
              <a:t>Phát hiện ngoại lai (Boxplot Outliers):</a:t>
            </a:r>
            <a:endParaRPr lang="vi-VN" sz="2200" dirty="0">
              <a:latin typeface="+mj-lt"/>
            </a:endParaRPr>
          </a:p>
          <a:p>
            <a:pPr marL="742950" lvl="1" indent="-285750">
              <a:buFont typeface="Arial" panose="020B0604020202020204" pitchFamily="34" charset="0"/>
              <a:buChar char="•"/>
            </a:pPr>
            <a:r>
              <a:rPr lang="vi-VN" sz="2200" b="1" dirty="0" smtClean="0">
                <a:latin typeface="+mj-lt"/>
              </a:rPr>
              <a:t>Hình </a:t>
            </a:r>
            <a:r>
              <a:rPr lang="vi-VN" sz="2200" b="1" dirty="0">
                <a:latin typeface="+mj-lt"/>
              </a:rPr>
              <a:t>cho thấy gì:</a:t>
            </a:r>
            <a:r>
              <a:rPr lang="vi-VN" sz="2200" dirty="0">
                <a:latin typeface="+mj-lt"/>
              </a:rPr>
              <a:t> Biểu đồ hộp chứng minh TV và Radio phân bổ đều, không có ngoại lai cực đoan; Newspaper có một vài điểm vượt ngưỡng nhẹ.</a:t>
            </a:r>
          </a:p>
          <a:p>
            <a:pPr marL="742950" lvl="1" indent="-285750">
              <a:buFont typeface="Arial" panose="020B0604020202020204" pitchFamily="34" charset="0"/>
              <a:buChar char="•"/>
            </a:pPr>
            <a:r>
              <a:rPr lang="vi-VN" sz="2200" b="1" dirty="0" smtClean="0">
                <a:latin typeface="+mj-lt"/>
              </a:rPr>
              <a:t>Ý </a:t>
            </a:r>
            <a:r>
              <a:rPr lang="vi-VN" sz="2200" b="1" dirty="0">
                <a:latin typeface="+mj-lt"/>
              </a:rPr>
              <a:t>nghĩa:</a:t>
            </a:r>
            <a:r>
              <a:rPr lang="vi-VN" sz="2200" dirty="0">
                <a:latin typeface="+mj-lt"/>
              </a:rPr>
              <a:t> Các điểm ngoại lai phản ánh thực tế các chiến dịch quảng cáo quy mô lớn, không phải lỗi dữ liệu.</a:t>
            </a:r>
          </a:p>
          <a:p>
            <a:pPr marL="742950" lvl="1" indent="-285750">
              <a:buFont typeface="Arial" panose="020B0604020202020204" pitchFamily="34" charset="0"/>
              <a:buChar char="•"/>
            </a:pPr>
            <a:r>
              <a:rPr lang="vi-VN" sz="2200" b="1" dirty="0" smtClean="0">
                <a:latin typeface="+mj-lt"/>
              </a:rPr>
              <a:t>Quyết </a:t>
            </a:r>
            <a:r>
              <a:rPr lang="vi-VN" sz="2200" b="1" dirty="0">
                <a:latin typeface="+mj-lt"/>
              </a:rPr>
              <a:t>định xử lý:</a:t>
            </a:r>
            <a:r>
              <a:rPr lang="vi-VN" sz="2200" dirty="0">
                <a:latin typeface="+mj-lt"/>
              </a:rPr>
              <a:t> Bảo toàn toàn bộ 200 mẫu dữ liệu, không loại bỏ mẫu nào.</a:t>
            </a:r>
          </a:p>
        </p:txBody>
      </p:sp>
      <p:pic>
        <p:nvPicPr>
          <p:cNvPr id="7" name="Picture 6" descr="D:\advertising-mlops\docs\figures\eda_3_boxplot_outliers.png"/>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978621" y="1164984"/>
            <a:ext cx="5815981" cy="4290251"/>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172899197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256870-FC86-27A7-594E-F2555EB6F97F}"/>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C68B6B20-5184-00E6-D96C-30A05CBA0201}"/>
              </a:ext>
            </a:extLst>
          </p:cNvPr>
          <p:cNvSpPr txBox="1"/>
          <p:nvPr/>
        </p:nvSpPr>
        <p:spPr>
          <a:xfrm>
            <a:off x="144385" y="32290"/>
            <a:ext cx="8270409" cy="584775"/>
          </a:xfrm>
          <a:prstGeom prst="rect">
            <a:avLst/>
          </a:prstGeom>
          <a:noFill/>
        </p:spPr>
        <p:txBody>
          <a:bodyPr wrap="square">
            <a:spAutoFit/>
          </a:bodyPr>
          <a:lstStyle/>
          <a:p>
            <a:r>
              <a:rPr lang="vi-VN" sz="3200" b="1" dirty="0">
                <a:solidFill>
                  <a:schemeClr val="bg1"/>
                </a:solidFill>
                <a:latin typeface="+mj-lt"/>
              </a:rPr>
              <a:t>Phân tích khám phá dữ liệu - EDA </a:t>
            </a:r>
            <a:r>
              <a:rPr lang="vi-VN" sz="3200" b="1" dirty="0" smtClean="0">
                <a:solidFill>
                  <a:schemeClr val="bg1"/>
                </a:solidFill>
                <a:latin typeface="+mj-lt"/>
              </a:rPr>
              <a:t>(4-5)</a:t>
            </a:r>
            <a:endParaRPr lang="vi-VN" sz="3200" b="1" dirty="0">
              <a:solidFill>
                <a:schemeClr val="bg1"/>
              </a:solidFill>
              <a:latin typeface="+mj-lt"/>
            </a:endParaRPr>
          </a:p>
        </p:txBody>
      </p:sp>
      <p:sp>
        <p:nvSpPr>
          <p:cNvPr id="14" name="Rectangle 13"/>
          <p:cNvSpPr/>
          <p:nvPr/>
        </p:nvSpPr>
        <p:spPr>
          <a:xfrm>
            <a:off x="0" y="3984491"/>
            <a:ext cx="11696517" cy="3076291"/>
          </a:xfrm>
          <a:prstGeom prst="rect">
            <a:avLst/>
          </a:prstGeom>
        </p:spPr>
        <p:txBody>
          <a:bodyPr wrap="square">
            <a:spAutoFit/>
          </a:bodyPr>
          <a:lstStyle/>
          <a:p>
            <a:r>
              <a:rPr lang="vi-VN" sz="2000" b="1" dirty="0" smtClean="0">
                <a:latin typeface="+mj-lt"/>
              </a:rPr>
              <a:t>Quan </a:t>
            </a:r>
            <a:r>
              <a:rPr lang="vi-VN" sz="2000" b="1" dirty="0">
                <a:latin typeface="+mj-lt"/>
              </a:rPr>
              <a:t>hệ chi tiết giữa Ngân sách TV, Radio và Doanh số (Scatter Plot &amp; Regplot):</a:t>
            </a:r>
            <a:endParaRPr lang="vi-VN" sz="2000" dirty="0">
              <a:latin typeface="+mj-lt"/>
            </a:endParaRPr>
          </a:p>
          <a:p>
            <a:pPr marL="742950" lvl="1" indent="-285750">
              <a:buFont typeface="Arial" panose="020B0604020202020204" pitchFamily="34" charset="0"/>
              <a:buChar char="•"/>
            </a:pPr>
            <a:r>
              <a:rPr lang="vi-VN" sz="2000" b="1" dirty="0" smtClean="0">
                <a:latin typeface="+mj-lt"/>
              </a:rPr>
              <a:t>Hình </a:t>
            </a:r>
            <a:r>
              <a:rPr lang="vi-VN" sz="2000" b="1" dirty="0">
                <a:latin typeface="+mj-lt"/>
              </a:rPr>
              <a:t>cho thấy gì:</a:t>
            </a:r>
            <a:r>
              <a:rPr lang="vi-VN" sz="2000" dirty="0">
                <a:latin typeface="+mj-lt"/>
              </a:rPr>
              <a:t> Cả hai biểu đồ phân tán đều thể hiện mối quan hệ đồng biến rõ rệt. Trong đó, kênh TV có tốc độ tăng trưởng doanh số nhanh ở giai đoạn đầu và bão hòa ở mức ngân sách rất cao; còn kênh Radio tạo hiệu ứng cộng hưởng lan tỏa tích cực.</a:t>
            </a:r>
          </a:p>
          <a:p>
            <a:pPr marL="742950" lvl="1" indent="-285750">
              <a:buFont typeface="Arial" panose="020B0604020202020204" pitchFamily="34" charset="0"/>
              <a:buChar char="•"/>
            </a:pPr>
            <a:r>
              <a:rPr lang="vi-VN" sz="2000" b="1" dirty="0" smtClean="0">
                <a:latin typeface="+mj-lt"/>
              </a:rPr>
              <a:t>Ý </a:t>
            </a:r>
            <a:r>
              <a:rPr lang="vi-VN" sz="2000" b="1" dirty="0">
                <a:latin typeface="+mj-lt"/>
              </a:rPr>
              <a:t>nghĩa với bài toán:</a:t>
            </a:r>
            <a:r>
              <a:rPr lang="vi-VN" sz="2000" dirty="0">
                <a:latin typeface="+mj-lt"/>
              </a:rPr>
              <a:t> Tồn tại xu hướng phi tuyến tính nhẹ trong cấu trúc quan hệ giữa chi phí đầu vào và doanh thu thương mại.</a:t>
            </a:r>
          </a:p>
          <a:p>
            <a:pPr marL="742950" lvl="1" indent="-285750">
              <a:buFont typeface="Arial" panose="020B0604020202020204" pitchFamily="34" charset="0"/>
              <a:buChar char="•"/>
            </a:pPr>
            <a:r>
              <a:rPr lang="vi-VN" sz="2000" b="1" dirty="0" smtClean="0">
                <a:latin typeface="+mj-lt"/>
              </a:rPr>
              <a:t>Quyết </a:t>
            </a:r>
            <a:r>
              <a:rPr lang="vi-VN" sz="2000" b="1" dirty="0">
                <a:latin typeface="+mj-lt"/>
              </a:rPr>
              <a:t>định xử lý:</a:t>
            </a:r>
            <a:r>
              <a:rPr lang="vi-VN" sz="2000" dirty="0">
                <a:latin typeface="+mj-lt"/>
              </a:rPr>
              <a:t> Cần thiết phải kết hợp thử nghiệm các mô hình học máy phi tuyến tính (Random Forest, XGBoost) bên cạnh mô hình tuyến tính truyền thống (Linear Regression) để khai thác tối đa độ chính xác.</a:t>
            </a:r>
          </a:p>
          <a:p>
            <a:pPr marL="342900" lvl="0" indent="-342900">
              <a:lnSpc>
                <a:spcPts val="1575"/>
              </a:lnSpc>
              <a:spcAft>
                <a:spcPts val="525"/>
              </a:spcAft>
              <a:buSzPts val="1000"/>
              <a:buFont typeface="Symbol" panose="05050102010706020507" pitchFamily="18" charset="2"/>
              <a:buChar char=""/>
              <a:tabLst>
                <a:tab pos="457200" algn="l"/>
              </a:tabLst>
            </a:pPr>
            <a:endParaRPr lang="vi-VN" sz="2000" dirty="0">
              <a:solidFill>
                <a:srgbClr val="1B1B1E"/>
              </a:solidFill>
              <a:latin typeface="+mj-lt"/>
              <a:ea typeface="Arial" panose="020B0604020202020204" pitchFamily="34" charset="0"/>
              <a:cs typeface="Times New Roman" panose="02020603050405020304" pitchFamily="18" charset="0"/>
            </a:endParaRPr>
          </a:p>
        </p:txBody>
      </p:sp>
      <p:pic>
        <p:nvPicPr>
          <p:cNvPr id="7" name="Picture 6" descr="D:\advertising-mlops\docs\figures\eda_4_tv_vs_sales.png"/>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63930" y="809447"/>
            <a:ext cx="4629874" cy="2982662"/>
          </a:xfrm>
          <a:prstGeom prst="rect">
            <a:avLst/>
          </a:prstGeom>
          <a:ln>
            <a:noFill/>
          </a:ln>
          <a:effectLst>
            <a:outerShdw blurRad="190500" algn="tl" rotWithShape="0">
              <a:srgbClr val="000000">
                <a:alpha val="70000"/>
              </a:srgbClr>
            </a:outerShdw>
          </a:effectLst>
        </p:spPr>
      </p:pic>
      <p:pic>
        <p:nvPicPr>
          <p:cNvPr id="9" name="Picture 8" descr="D:\advertising-mlops\docs\figures\eda_5_radio_vs_sales.png"/>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129969" y="809447"/>
            <a:ext cx="4993303" cy="2982662"/>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3815194260"/>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256870-FC86-27A7-594E-F2555EB6F97F}"/>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C68B6B20-5184-00E6-D96C-30A05CBA0201}"/>
              </a:ext>
            </a:extLst>
          </p:cNvPr>
          <p:cNvSpPr txBox="1"/>
          <p:nvPr/>
        </p:nvSpPr>
        <p:spPr>
          <a:xfrm>
            <a:off x="4496467" y="2787064"/>
            <a:ext cx="9365373" cy="584775"/>
          </a:xfrm>
          <a:prstGeom prst="rect">
            <a:avLst/>
          </a:prstGeom>
          <a:noFill/>
        </p:spPr>
        <p:txBody>
          <a:bodyPr wrap="square">
            <a:spAutoFit/>
          </a:bodyPr>
          <a:lstStyle/>
          <a:p>
            <a:r>
              <a:rPr lang="vi-VN" sz="3200" b="1" spc="-10" dirty="0" smtClean="0">
                <a:solidFill>
                  <a:schemeClr val="bg1"/>
                </a:solidFill>
                <a:latin typeface="+mj-lt"/>
                <a:cs typeface="Arial" panose="020B0604020202020204" pitchFamily="34" charset="0"/>
              </a:rPr>
              <a:t>Các biến thể của NAIVE BAYES </a:t>
            </a:r>
            <a:endParaRPr lang="vi-VN" sz="3200" b="1" dirty="0">
              <a:solidFill>
                <a:schemeClr val="bg1"/>
              </a:solidFill>
              <a:latin typeface="+mj-lt"/>
            </a:endParaRPr>
          </a:p>
        </p:txBody>
      </p:sp>
      <p:sp>
        <p:nvSpPr>
          <p:cNvPr id="6" name="Rectangle 1"/>
          <p:cNvSpPr>
            <a:spLocks noChangeArrowheads="1"/>
          </p:cNvSpPr>
          <p:nvPr/>
        </p:nvSpPr>
        <p:spPr bwMode="auto">
          <a:xfrm>
            <a:off x="258878" y="1173310"/>
            <a:ext cx="8260089" cy="48013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vi-VN" sz="2400" b="1" dirty="0">
                <a:latin typeface="+mj-lt"/>
              </a:rPr>
              <a:t>Phân chia tập dữ liệu:</a:t>
            </a:r>
            <a:endParaRPr lang="vi-VN" sz="2400" dirty="0">
              <a:latin typeface="+mj-lt"/>
            </a:endParaRPr>
          </a:p>
          <a:p>
            <a:pPr lvl="1"/>
            <a:r>
              <a:rPr lang="vi-VN" sz="2400" dirty="0">
                <a:latin typeface="+mj-lt"/>
              </a:rPr>
              <a:t>Tách Train / Test theo tỷ lệ </a:t>
            </a:r>
            <a:r>
              <a:rPr lang="vi-VN" sz="2400" b="1" dirty="0">
                <a:latin typeface="+mj-lt"/>
              </a:rPr>
              <a:t>80% / 20%</a:t>
            </a:r>
            <a:r>
              <a:rPr lang="vi-VN" sz="2400" dirty="0">
                <a:latin typeface="+mj-lt"/>
              </a:rPr>
              <a:t> (160 mẫu huấn luyện, 40 mẫu kiểm tra).</a:t>
            </a:r>
          </a:p>
          <a:p>
            <a:pPr lvl="1"/>
            <a:r>
              <a:rPr lang="vi-VN" sz="2400" dirty="0">
                <a:latin typeface="+mj-lt"/>
              </a:rPr>
              <a:t>Cố định tham số random_state = 42 để đảm bảo tính lặp lại (reproducibility).</a:t>
            </a:r>
          </a:p>
          <a:p>
            <a:r>
              <a:rPr lang="vi-VN" sz="2400" b="1" dirty="0">
                <a:latin typeface="+mj-lt"/>
              </a:rPr>
              <a:t>Chuẩn hóa đặc trưng (StandardScaler):</a:t>
            </a:r>
            <a:endParaRPr lang="vi-VN" sz="2400" dirty="0">
              <a:latin typeface="+mj-lt"/>
            </a:endParaRPr>
          </a:p>
          <a:p>
            <a:pPr lvl="1"/>
            <a:r>
              <a:rPr lang="vi-VN" sz="2400" dirty="0">
                <a:latin typeface="+mj-lt"/>
              </a:rPr>
              <a:t>Đưa các đặc trưng về chung thang đo (Mean = 0, Std = 1).</a:t>
            </a:r>
          </a:p>
          <a:p>
            <a:r>
              <a:rPr lang="vi-VN" sz="2400" b="1" dirty="0">
                <a:latin typeface="+mj-lt"/>
              </a:rPr>
              <a:t>Ngăn chặn rò rỉ dữ liệu (Data Leakage Prevention):</a:t>
            </a:r>
            <a:endParaRPr lang="vi-VN" sz="2400" dirty="0">
              <a:latin typeface="+mj-lt"/>
            </a:endParaRPr>
          </a:p>
          <a:p>
            <a:pPr lvl="1"/>
            <a:r>
              <a:rPr lang="vi-VN" sz="2400" dirty="0">
                <a:latin typeface="+mj-lt"/>
              </a:rPr>
              <a:t>Bộ chuẩn hóa chỉ được fit() trên tập Train, sau đó transform() lên tập Test.</a:t>
            </a:r>
          </a:p>
          <a:p>
            <a:pPr lvl="1"/>
            <a:r>
              <a:rPr lang="vi-VN" sz="2400" dirty="0">
                <a:latin typeface="+mj-lt"/>
              </a:rPr>
              <a:t>Đóng gói toàn bộ thành một đối tượng sklearn.pipeline.Pipeline nguyên khối.</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vi-VN" altLang="vi-VN" sz="1800" b="0" i="0" u="none" strike="noStrike" cap="none" normalizeH="0" baseline="0" dirty="0" smtClean="0">
              <a:ln>
                <a:noFill/>
              </a:ln>
              <a:solidFill>
                <a:schemeClr val="tx1"/>
              </a:solidFill>
              <a:effectLst/>
              <a:latin typeface="Arial" panose="020B0604020202020204" pitchFamily="34" charset="0"/>
            </a:endParaRPr>
          </a:p>
        </p:txBody>
      </p:sp>
      <p:sp>
        <p:nvSpPr>
          <p:cNvPr id="3" name="Rectangle 2"/>
          <p:cNvSpPr/>
          <p:nvPr/>
        </p:nvSpPr>
        <p:spPr>
          <a:xfrm>
            <a:off x="101664" y="0"/>
            <a:ext cx="7582525" cy="584775"/>
          </a:xfrm>
          <a:prstGeom prst="rect">
            <a:avLst/>
          </a:prstGeom>
        </p:spPr>
        <p:txBody>
          <a:bodyPr wrap="none">
            <a:spAutoFit/>
          </a:bodyPr>
          <a:lstStyle/>
          <a:p>
            <a:r>
              <a:rPr lang="vi-VN" sz="3200" b="1" dirty="0">
                <a:solidFill>
                  <a:schemeClr val="bg1"/>
                </a:solidFill>
                <a:latin typeface="+mj-lt"/>
              </a:rPr>
              <a:t>Quy trình tiền xử lý &amp; Chống rò rỉ dữ </a:t>
            </a:r>
            <a:r>
              <a:rPr lang="vi-VN" sz="3200" b="1" dirty="0" smtClean="0">
                <a:solidFill>
                  <a:schemeClr val="bg1"/>
                </a:solidFill>
                <a:latin typeface="+mj-lt"/>
              </a:rPr>
              <a:t>liệu</a:t>
            </a:r>
            <a:endParaRPr lang="vi-VN" sz="3200" b="1" dirty="0">
              <a:solidFill>
                <a:schemeClr val="bg1"/>
              </a:solidFill>
              <a:latin typeface="+mj-lt"/>
            </a:endParaRPr>
          </a:p>
        </p:txBody>
      </p:sp>
    </p:spTree>
    <p:extLst>
      <p:ext uri="{BB962C8B-B14F-4D97-AF65-F5344CB8AC3E}">
        <p14:creationId xmlns:p14="http://schemas.microsoft.com/office/powerpoint/2010/main" val="541753488"/>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256870-FC86-27A7-594E-F2555EB6F97F}"/>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C68B6B20-5184-00E6-D96C-30A05CBA0201}"/>
              </a:ext>
            </a:extLst>
          </p:cNvPr>
          <p:cNvSpPr txBox="1"/>
          <p:nvPr/>
        </p:nvSpPr>
        <p:spPr>
          <a:xfrm>
            <a:off x="271708" y="33893"/>
            <a:ext cx="9365373" cy="584775"/>
          </a:xfrm>
          <a:prstGeom prst="rect">
            <a:avLst/>
          </a:prstGeom>
          <a:noFill/>
        </p:spPr>
        <p:txBody>
          <a:bodyPr wrap="square">
            <a:spAutoFit/>
          </a:bodyPr>
          <a:lstStyle/>
          <a:p>
            <a:r>
              <a:rPr lang="vi-VN" sz="3200" b="1" dirty="0">
                <a:solidFill>
                  <a:schemeClr val="bg1"/>
                </a:solidFill>
                <a:latin typeface="+mj-lt"/>
              </a:rPr>
              <a:t>Thử nghiệm 4 mô hình hồi quy</a:t>
            </a:r>
          </a:p>
        </p:txBody>
      </p:sp>
      <p:sp>
        <p:nvSpPr>
          <p:cNvPr id="3" name="Rectangle 2"/>
          <p:cNvSpPr/>
          <p:nvPr/>
        </p:nvSpPr>
        <p:spPr>
          <a:xfrm>
            <a:off x="374247" y="1036347"/>
            <a:ext cx="6339069" cy="4462760"/>
          </a:xfrm>
          <a:prstGeom prst="rect">
            <a:avLst/>
          </a:prstGeom>
        </p:spPr>
        <p:txBody>
          <a:bodyPr wrap="square">
            <a:spAutoFit/>
          </a:bodyPr>
          <a:lstStyle/>
          <a:p>
            <a:r>
              <a:rPr lang="vi-VN" sz="2400" dirty="0">
                <a:solidFill>
                  <a:srgbClr val="1B1B1E"/>
                </a:solidFill>
                <a:latin typeface="+mj-lt"/>
              </a:rPr>
              <a:t>Huấn luyện song song 4 mô hình thuộc các trường phái khác nhau trên cùng tập dữ liệu:</a:t>
            </a:r>
          </a:p>
          <a:p>
            <a:pPr lvl="1">
              <a:buFont typeface="+mj-lt"/>
              <a:buAutoNum type="arabicPeriod"/>
            </a:pPr>
            <a:r>
              <a:rPr lang="vi-VN" sz="2400" b="1" dirty="0">
                <a:solidFill>
                  <a:srgbClr val="1B1B1E"/>
                </a:solidFill>
                <a:latin typeface="+mj-lt"/>
              </a:rPr>
              <a:t>Linear Regression:</a:t>
            </a:r>
            <a:r>
              <a:rPr lang="vi-VN" sz="2400" dirty="0">
                <a:solidFill>
                  <a:srgbClr val="1B1B1E"/>
                </a:solidFill>
                <a:latin typeface="+mj-lt"/>
              </a:rPr>
              <a:t> Mô hình cơ sở (Baseline) tuyến tính truyền thống.</a:t>
            </a:r>
          </a:p>
          <a:p>
            <a:pPr lvl="1">
              <a:buFont typeface="+mj-lt"/>
              <a:buAutoNum type="arabicPeriod"/>
            </a:pPr>
            <a:r>
              <a:rPr lang="vi-VN" sz="2400" b="1" dirty="0">
                <a:solidFill>
                  <a:srgbClr val="1B1B1E"/>
                </a:solidFill>
                <a:latin typeface="+mj-lt"/>
              </a:rPr>
              <a:t>Ridge Regression:</a:t>
            </a:r>
            <a:r>
              <a:rPr lang="vi-VN" sz="2400" dirty="0">
                <a:solidFill>
                  <a:srgbClr val="1B1B1E"/>
                </a:solidFill>
                <a:latin typeface="+mj-lt"/>
              </a:rPr>
              <a:t> Hồi quy tuyến tính tích hợp L2 Regularization chống đa cộng tuyến.</a:t>
            </a:r>
          </a:p>
          <a:p>
            <a:pPr lvl="1">
              <a:buFont typeface="+mj-lt"/>
              <a:buAutoNum type="arabicPeriod"/>
            </a:pPr>
            <a:r>
              <a:rPr lang="vi-VN" sz="2400" b="1" dirty="0">
                <a:solidFill>
                  <a:srgbClr val="1B1B1E"/>
                </a:solidFill>
                <a:latin typeface="+mj-lt"/>
              </a:rPr>
              <a:t>Random Forest Regressor:</a:t>
            </a:r>
            <a:r>
              <a:rPr lang="vi-VN" sz="2400" dirty="0">
                <a:solidFill>
                  <a:srgbClr val="1B1B1E"/>
                </a:solidFill>
                <a:latin typeface="+mj-lt"/>
              </a:rPr>
              <a:t> Mô hình Ensemble (Bagging) dựa trên tập hợp cây quyết định</a:t>
            </a:r>
            <a:r>
              <a:rPr lang="vi-VN" sz="2400" dirty="0" smtClean="0">
                <a:solidFill>
                  <a:srgbClr val="1B1B1E"/>
                </a:solidFill>
                <a:latin typeface="+mj-lt"/>
              </a:rPr>
              <a:t>.</a:t>
            </a:r>
          </a:p>
          <a:p>
            <a:pPr lvl="1">
              <a:buFont typeface="+mj-lt"/>
              <a:buAutoNum type="arabicPeriod"/>
            </a:pPr>
            <a:r>
              <a:rPr lang="vi-VN" sz="2300" b="1" dirty="0">
                <a:latin typeface="+mj-lt"/>
              </a:rPr>
              <a:t>XGBoost Regressor:</a:t>
            </a:r>
            <a:r>
              <a:rPr lang="vi-VN" sz="2300" dirty="0">
                <a:latin typeface="+mj-lt"/>
              </a:rPr>
              <a:t> Mô hình tối ưu hóa tuần tự (Gradient Boosting) hiệu năng cao.</a:t>
            </a:r>
          </a:p>
          <a:p>
            <a:pPr>
              <a:buFont typeface="+mj-lt"/>
              <a:buAutoNum type="arabicPeriod"/>
            </a:pPr>
            <a:endParaRPr lang="vi-VN" sz="2400" b="0" i="0" dirty="0">
              <a:solidFill>
                <a:srgbClr val="1B1B1E"/>
              </a:solidFill>
              <a:effectLst/>
              <a:latin typeface="+mj-lt"/>
            </a:endParaRPr>
          </a:p>
        </p:txBody>
      </p:sp>
      <p:sp>
        <p:nvSpPr>
          <p:cNvPr id="6" name="Rectangle 5"/>
          <p:cNvSpPr/>
          <p:nvPr/>
        </p:nvSpPr>
        <p:spPr>
          <a:xfrm>
            <a:off x="271708" y="5361872"/>
            <a:ext cx="7681911" cy="830997"/>
          </a:xfrm>
          <a:prstGeom prst="rect">
            <a:avLst/>
          </a:prstGeom>
        </p:spPr>
        <p:txBody>
          <a:bodyPr wrap="none">
            <a:spAutoFit/>
          </a:bodyPr>
          <a:lstStyle/>
          <a:p>
            <a:r>
              <a:rPr lang="vi-VN" sz="2400" b="1" dirty="0">
                <a:solidFill>
                  <a:srgbClr val="1B1B1E"/>
                </a:solidFill>
                <a:latin typeface="+mj-lt"/>
              </a:rPr>
              <a:t>Hệ thống metric đánh giá đồng </a:t>
            </a:r>
            <a:r>
              <a:rPr lang="vi-VN" sz="2400" b="1" dirty="0" smtClean="0">
                <a:solidFill>
                  <a:srgbClr val="1B1B1E"/>
                </a:solidFill>
                <a:latin typeface="+mj-lt"/>
              </a:rPr>
              <a:t>bộ    </a:t>
            </a:r>
            <a:r>
              <a:rPr lang="vi-VN" sz="2400" dirty="0" smtClean="0">
                <a:solidFill>
                  <a:srgbClr val="1B1B1E"/>
                </a:solidFill>
                <a:latin typeface="+mj-lt"/>
              </a:rPr>
              <a:t>Score</a:t>
            </a:r>
            <a:r>
              <a:rPr lang="vi-VN" sz="2400" dirty="0">
                <a:solidFill>
                  <a:srgbClr val="1B1B1E"/>
                </a:solidFill>
                <a:latin typeface="+mj-lt"/>
              </a:rPr>
              <a:t>, MAE, RMSE.</a:t>
            </a:r>
            <a:endParaRPr lang="vi-VN" sz="2400" dirty="0">
              <a:latin typeface="+mj-lt"/>
            </a:endParaRPr>
          </a:p>
          <a:p>
            <a:endParaRPr lang="vi-VN" sz="2400" dirty="0">
              <a:latin typeface="+mj-lt"/>
            </a:endParaRPr>
          </a:p>
        </p:txBody>
      </p:sp>
      <p:sp>
        <p:nvSpPr>
          <p:cNvPr id="9" name="Rectangle 8"/>
          <p:cNvSpPr/>
          <p:nvPr/>
        </p:nvSpPr>
        <p:spPr>
          <a:xfrm>
            <a:off x="4954394" y="5637606"/>
            <a:ext cx="6096000" cy="646331"/>
          </a:xfrm>
          <a:prstGeom prst="rect">
            <a:avLst/>
          </a:prstGeom>
        </p:spPr>
        <p:txBody>
          <a:bodyPr>
            <a:spAutoFit/>
          </a:bodyPr>
          <a:lstStyle/>
          <a:p>
            <a:r>
              <a:rPr lang="vi-VN" dirty="0">
                <a:solidFill>
                  <a:srgbClr val="1B1B1E"/>
                </a:solidFill>
                <a:latin typeface="KaTeX_Main"/>
              </a:rPr>
              <a:t/>
            </a:r>
            <a:br>
              <a:rPr lang="vi-VN" dirty="0">
                <a:solidFill>
                  <a:srgbClr val="1B1B1E"/>
                </a:solidFill>
                <a:latin typeface="KaTeX_Main"/>
              </a:rPr>
            </a:br>
            <a:endParaRPr lang="vi-VN" dirty="0"/>
          </a:p>
        </p:txBody>
      </p:sp>
    </p:spTree>
    <p:extLst>
      <p:ext uri="{BB962C8B-B14F-4D97-AF65-F5344CB8AC3E}">
        <p14:creationId xmlns:p14="http://schemas.microsoft.com/office/powerpoint/2010/main" val="4205771765"/>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256870-FC86-27A7-594E-F2555EB6F97F}"/>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C68B6B20-5184-00E6-D96C-30A05CBA0201}"/>
              </a:ext>
            </a:extLst>
          </p:cNvPr>
          <p:cNvSpPr txBox="1"/>
          <p:nvPr/>
        </p:nvSpPr>
        <p:spPr>
          <a:xfrm>
            <a:off x="271708" y="33893"/>
            <a:ext cx="9365373" cy="584775"/>
          </a:xfrm>
          <a:prstGeom prst="rect">
            <a:avLst/>
          </a:prstGeom>
          <a:noFill/>
        </p:spPr>
        <p:txBody>
          <a:bodyPr wrap="square">
            <a:spAutoFit/>
          </a:bodyPr>
          <a:lstStyle/>
          <a:p>
            <a:r>
              <a:rPr lang="vi-VN" sz="3200" b="1" dirty="0">
                <a:solidFill>
                  <a:schemeClr val="bg1"/>
                </a:solidFill>
                <a:latin typeface="+mj-lt"/>
              </a:rPr>
              <a:t>Kết quả đánh giá &amp; Lựa chọn mô hình tối ưu</a:t>
            </a:r>
          </a:p>
        </p:txBody>
      </p:sp>
      <p:sp>
        <p:nvSpPr>
          <p:cNvPr id="3" name="Rectangle 2"/>
          <p:cNvSpPr>
            <a:spLocks noChangeArrowheads="1"/>
          </p:cNvSpPr>
          <p:nvPr/>
        </p:nvSpPr>
        <p:spPr bwMode="auto">
          <a:xfrm>
            <a:off x="572651" y="4668706"/>
            <a:ext cx="10463514" cy="17235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vi-VN" altLang="vi-VN" sz="2200" b="0" i="0" u="none" strike="noStrike" cap="none" normalizeH="0" baseline="0" dirty="0" smtClean="0">
              <a:ln>
                <a:noFill/>
              </a:ln>
              <a:solidFill>
                <a:schemeClr val="tx1"/>
              </a:solidFill>
              <a:effectLst/>
              <a:latin typeface="+mj-lt"/>
            </a:endParaRP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vi-VN" altLang="vi-VN" sz="2200" b="0" i="0" u="none" strike="noStrike" cap="none" normalizeH="0" baseline="0" dirty="0" smtClean="0">
                <a:ln>
                  <a:noFill/>
                </a:ln>
                <a:solidFill>
                  <a:schemeClr val="tx1"/>
                </a:solidFill>
                <a:effectLst/>
                <a:latin typeface="+mj-lt"/>
              </a:rPr>
              <a:t>XGBoost Regressor :</a:t>
            </a:r>
            <a:r>
              <a:rPr kumimoji="0" lang="vi-VN" altLang="vi-VN" sz="2200" b="1" i="0" u="none" strike="noStrike" cap="none" normalizeH="0" baseline="0" dirty="0" smtClean="0">
                <a:ln>
                  <a:noFill/>
                </a:ln>
                <a:solidFill>
                  <a:schemeClr val="tx1"/>
                </a:solidFill>
                <a:effectLst/>
                <a:latin typeface="+mj-lt"/>
              </a:rPr>
              <a:t>R² Score:</a:t>
            </a:r>
            <a:r>
              <a:rPr kumimoji="0" lang="vi-VN" altLang="vi-VN" sz="2200" b="0" i="0" u="none" strike="noStrike" cap="none" normalizeH="0" baseline="0" dirty="0" smtClean="0">
                <a:ln>
                  <a:noFill/>
                </a:ln>
                <a:solidFill>
                  <a:schemeClr val="tx1"/>
                </a:solidFill>
                <a:effectLst/>
                <a:latin typeface="+mj-lt"/>
              </a:rPr>
              <a:t> 0.9789 </a:t>
            </a:r>
            <a:r>
              <a:rPr lang="vi-VN" altLang="vi-VN" sz="2200" dirty="0">
                <a:latin typeface="+mj-lt"/>
              </a:rPr>
              <a:t>| </a:t>
            </a:r>
            <a:r>
              <a:rPr kumimoji="0" lang="vi-VN" altLang="vi-VN" sz="2200" b="1" i="0" u="none" strike="noStrike" cap="none" normalizeH="0" baseline="0" dirty="0" smtClean="0">
                <a:ln>
                  <a:noFill/>
                </a:ln>
                <a:solidFill>
                  <a:schemeClr val="tx1"/>
                </a:solidFill>
                <a:effectLst/>
                <a:latin typeface="+mj-lt"/>
              </a:rPr>
              <a:t>MAE:</a:t>
            </a:r>
            <a:r>
              <a:rPr kumimoji="0" lang="vi-VN" altLang="vi-VN" sz="2200" b="0" i="0" u="none" strike="noStrike" cap="none" normalizeH="0" baseline="0" dirty="0" smtClean="0">
                <a:ln>
                  <a:noFill/>
                </a:ln>
                <a:solidFill>
                  <a:schemeClr val="tx1"/>
                </a:solidFill>
                <a:effectLst/>
                <a:latin typeface="+mj-lt"/>
              </a:rPr>
              <a:t> 0.6280 | </a:t>
            </a:r>
            <a:r>
              <a:rPr kumimoji="0" lang="vi-VN" altLang="vi-VN" sz="2200" b="1" i="0" u="none" strike="noStrike" cap="none" normalizeH="0" baseline="0" dirty="0" smtClean="0">
                <a:ln>
                  <a:noFill/>
                </a:ln>
                <a:solidFill>
                  <a:schemeClr val="tx1"/>
                </a:solidFill>
                <a:effectLst/>
                <a:latin typeface="+mj-lt"/>
              </a:rPr>
              <a:t>RMSE:</a:t>
            </a:r>
            <a:r>
              <a:rPr kumimoji="0" lang="vi-VN" altLang="vi-VN" sz="2200" b="0" i="0" u="none" strike="noStrike" cap="none" normalizeH="0" baseline="0" dirty="0" smtClean="0">
                <a:ln>
                  <a:noFill/>
                </a:ln>
                <a:solidFill>
                  <a:schemeClr val="tx1"/>
                </a:solidFill>
                <a:effectLst/>
                <a:latin typeface="+mj-lt"/>
              </a:rPr>
              <a:t> 0.7812</a:t>
            </a: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vi-VN" sz="2200" i="1" dirty="0" smtClean="0">
                <a:latin typeface="+mj-lt"/>
              </a:rPr>
              <a:t>Random Forest:</a:t>
            </a:r>
            <a:r>
              <a:rPr lang="vi-VN" sz="2200" dirty="0" smtClean="0">
                <a:latin typeface="+mj-lt"/>
              </a:rPr>
              <a:t>  </a:t>
            </a:r>
            <a:r>
              <a:rPr kumimoji="0" lang="vi-VN" altLang="vi-VN" sz="2200" b="1" i="0" u="none" strike="noStrike" cap="none" normalizeH="0" baseline="0" dirty="0" smtClean="0">
                <a:ln>
                  <a:noFill/>
                </a:ln>
                <a:solidFill>
                  <a:schemeClr val="tx1"/>
                </a:solidFill>
                <a:effectLst/>
                <a:latin typeface="+mj-lt"/>
              </a:rPr>
              <a:t>R² Score:</a:t>
            </a:r>
            <a:r>
              <a:rPr kumimoji="0" lang="vi-VN" altLang="vi-VN" sz="2200" b="0" i="0" u="none" strike="noStrike" cap="none" normalizeH="0" baseline="0" dirty="0" smtClean="0">
                <a:ln>
                  <a:noFill/>
                </a:ln>
                <a:solidFill>
                  <a:schemeClr val="tx1"/>
                </a:solidFill>
                <a:effectLst/>
                <a:latin typeface="+mj-lt"/>
              </a:rPr>
              <a:t> 0.9725</a:t>
            </a:r>
            <a:r>
              <a:rPr kumimoji="0" lang="vi-VN" altLang="vi-VN" sz="2200" b="0" i="0" u="none" strike="noStrike" cap="none" normalizeH="0" dirty="0" smtClean="0">
                <a:ln>
                  <a:noFill/>
                </a:ln>
                <a:solidFill>
                  <a:schemeClr val="tx1"/>
                </a:solidFill>
                <a:effectLst/>
                <a:latin typeface="+mj-lt"/>
              </a:rPr>
              <a:t> </a:t>
            </a:r>
            <a:r>
              <a:rPr lang="vi-VN" altLang="vi-VN" sz="2200" dirty="0" smtClean="0">
                <a:latin typeface="+mj-lt"/>
              </a:rPr>
              <a:t>| </a:t>
            </a:r>
            <a:r>
              <a:rPr kumimoji="0" lang="vi-VN" altLang="vi-VN" sz="2200" b="1" i="0" u="none" strike="noStrike" cap="none" normalizeH="0" baseline="0" dirty="0" smtClean="0">
                <a:ln>
                  <a:noFill/>
                </a:ln>
                <a:solidFill>
                  <a:schemeClr val="tx1"/>
                </a:solidFill>
                <a:effectLst/>
                <a:latin typeface="+mj-lt"/>
              </a:rPr>
              <a:t>MAE:</a:t>
            </a:r>
            <a:r>
              <a:rPr kumimoji="0" lang="vi-VN" altLang="vi-VN" sz="2200" b="0" i="0" u="none" strike="noStrike" cap="none" normalizeH="0" baseline="0" dirty="0" smtClean="0">
                <a:ln>
                  <a:noFill/>
                </a:ln>
                <a:solidFill>
                  <a:schemeClr val="tx1"/>
                </a:solidFill>
                <a:effectLst/>
                <a:latin typeface="+mj-lt"/>
              </a:rPr>
              <a:t> 0.7120 | </a:t>
            </a:r>
            <a:r>
              <a:rPr kumimoji="0" lang="vi-VN" altLang="vi-VN" sz="2200" b="1" i="0" u="none" strike="noStrike" cap="none" normalizeH="0" baseline="0" dirty="0" smtClean="0">
                <a:ln>
                  <a:noFill/>
                </a:ln>
                <a:solidFill>
                  <a:schemeClr val="tx1"/>
                </a:solidFill>
                <a:effectLst/>
                <a:latin typeface="+mj-lt"/>
              </a:rPr>
              <a:t>RMSE:</a:t>
            </a:r>
            <a:r>
              <a:rPr kumimoji="0" lang="vi-VN" altLang="vi-VN" sz="2200" b="0" i="0" u="none" strike="noStrike" cap="none" normalizeH="0" baseline="0" dirty="0" smtClean="0">
                <a:ln>
                  <a:noFill/>
                </a:ln>
                <a:solidFill>
                  <a:schemeClr val="tx1"/>
                </a:solidFill>
                <a:effectLst/>
                <a:latin typeface="+mj-lt"/>
              </a:rPr>
              <a:t> 0.8920</a:t>
            </a: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vi-VN" altLang="vi-VN" sz="2200" b="0" i="0" u="none" strike="noStrike" cap="none" normalizeH="0" baseline="0" dirty="0" smtClean="0">
                <a:ln>
                  <a:noFill/>
                </a:ln>
                <a:solidFill>
                  <a:schemeClr val="tx1"/>
                </a:solidFill>
                <a:effectLst/>
                <a:latin typeface="+mj-lt"/>
              </a:rPr>
              <a:t>Linear &amp; Ridge Regression</a:t>
            </a:r>
            <a:r>
              <a:rPr kumimoji="0" lang="vi-VN" altLang="vi-VN" sz="2200" b="0" i="0" u="none" strike="noStrike" cap="none" normalizeH="0" dirty="0" smtClean="0">
                <a:ln>
                  <a:noFill/>
                </a:ln>
                <a:solidFill>
                  <a:schemeClr val="tx1"/>
                </a:solidFill>
                <a:effectLst/>
                <a:latin typeface="+mj-lt"/>
              </a:rPr>
              <a:t> </a:t>
            </a:r>
            <a:r>
              <a:rPr kumimoji="0" lang="vi-VN" altLang="vi-VN" sz="2200" b="1" i="0" u="none" strike="noStrike" cap="none" normalizeH="0" baseline="0" dirty="0" smtClean="0">
                <a:ln>
                  <a:noFill/>
                </a:ln>
                <a:solidFill>
                  <a:schemeClr val="tx1"/>
                </a:solidFill>
                <a:effectLst/>
                <a:latin typeface="+mj-lt"/>
              </a:rPr>
              <a:t>R² Score:</a:t>
            </a:r>
            <a:r>
              <a:rPr kumimoji="0" lang="vi-VN" altLang="vi-VN" sz="2200" b="0" i="0" u="none" strike="noStrike" cap="none" normalizeH="0" baseline="0" dirty="0" smtClean="0">
                <a:ln>
                  <a:noFill/>
                </a:ln>
                <a:solidFill>
                  <a:schemeClr val="tx1"/>
                </a:solidFill>
                <a:effectLst/>
                <a:latin typeface="+mj-lt"/>
              </a:rPr>
              <a:t> ~0.8990 (Xấp xỉ 89.9%)</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vi-VN" altLang="vi-VN" sz="1800" b="0" i="0" u="none" strike="noStrike" cap="none" normalizeH="0" baseline="0" dirty="0" smtClean="0">
              <a:ln>
                <a:noFill/>
              </a:ln>
              <a:solidFill>
                <a:schemeClr val="tx1"/>
              </a:solidFill>
              <a:effectLst/>
              <a:latin typeface="Arial" panose="020B0604020202020204" pitchFamily="34" charset="0"/>
            </a:endParaRPr>
          </a:p>
        </p:txBody>
      </p:sp>
      <p:sp>
        <p:nvSpPr>
          <p:cNvPr id="6" name="Rectangle 5"/>
          <p:cNvSpPr/>
          <p:nvPr/>
        </p:nvSpPr>
        <p:spPr>
          <a:xfrm>
            <a:off x="179111" y="6088559"/>
            <a:ext cx="9914014" cy="769441"/>
          </a:xfrm>
          <a:prstGeom prst="rect">
            <a:avLst/>
          </a:prstGeom>
        </p:spPr>
        <p:txBody>
          <a:bodyPr wrap="square">
            <a:spAutoFit/>
          </a:bodyPr>
          <a:lstStyle/>
          <a:p>
            <a:r>
              <a:rPr lang="vi-VN" sz="2200" b="1" dirty="0">
                <a:solidFill>
                  <a:srgbClr val="1B1B1E"/>
                </a:solidFill>
                <a:latin typeface="+mj-lt"/>
              </a:rPr>
              <a:t>Lựa chọn:</a:t>
            </a:r>
            <a:r>
              <a:rPr lang="vi-VN" sz="2200" dirty="0">
                <a:solidFill>
                  <a:srgbClr val="1B1B1E"/>
                </a:solidFill>
                <a:latin typeface="+mj-lt"/>
              </a:rPr>
              <a:t> Chọn </a:t>
            </a:r>
            <a:r>
              <a:rPr lang="vi-VN" sz="2200" b="1" dirty="0">
                <a:solidFill>
                  <a:srgbClr val="1B1B1E"/>
                </a:solidFill>
                <a:latin typeface="+mj-lt"/>
              </a:rPr>
              <a:t>XGBoost Regressor</a:t>
            </a:r>
            <a:r>
              <a:rPr lang="vi-VN" sz="2200" dirty="0">
                <a:solidFill>
                  <a:srgbClr val="1B1B1E"/>
                </a:solidFill>
                <a:latin typeface="+mj-lt"/>
              </a:rPr>
              <a:t> làm mô hình chính thức vì độ chính xác đạt </a:t>
            </a:r>
            <a:r>
              <a:rPr lang="vi-VN" sz="2200" dirty="0" smtClean="0">
                <a:solidFill>
                  <a:srgbClr val="1B1B1E"/>
                </a:solidFill>
                <a:latin typeface="+mj-lt"/>
              </a:rPr>
              <a:t>tới 97,89%, sai số thấp nhất.</a:t>
            </a:r>
            <a:endParaRPr lang="vi-VN" sz="2200" dirty="0">
              <a:latin typeface="+mj-lt"/>
            </a:endParaRPr>
          </a:p>
        </p:txBody>
      </p:sp>
      <p:pic>
        <p:nvPicPr>
          <p:cNvPr id="7" name="Picture 6"/>
          <p:cNvPicPr>
            <a:picLocks noChangeAspect="1"/>
          </p:cNvPicPr>
          <p:nvPr/>
        </p:nvPicPr>
        <p:blipFill>
          <a:blip r:embed="rId3"/>
          <a:stretch>
            <a:fillRect/>
          </a:stretch>
        </p:blipFill>
        <p:spPr>
          <a:xfrm>
            <a:off x="2071203" y="938000"/>
            <a:ext cx="7026498" cy="3785953"/>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1753742474"/>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256870-FC86-27A7-594E-F2555EB6F97F}"/>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C68B6B20-5184-00E6-D96C-30A05CBA0201}"/>
              </a:ext>
            </a:extLst>
          </p:cNvPr>
          <p:cNvSpPr txBox="1"/>
          <p:nvPr/>
        </p:nvSpPr>
        <p:spPr>
          <a:xfrm>
            <a:off x="159538" y="0"/>
            <a:ext cx="9365373" cy="1077218"/>
          </a:xfrm>
          <a:prstGeom prst="rect">
            <a:avLst/>
          </a:prstGeom>
          <a:noFill/>
        </p:spPr>
        <p:txBody>
          <a:bodyPr wrap="square">
            <a:spAutoFit/>
          </a:bodyPr>
          <a:lstStyle/>
          <a:p>
            <a:r>
              <a:rPr lang="en-US" sz="3200" b="1" dirty="0" err="1">
                <a:solidFill>
                  <a:schemeClr val="bg1"/>
                </a:solidFill>
              </a:rPr>
              <a:t>Kiến</a:t>
            </a:r>
            <a:r>
              <a:rPr lang="en-US" sz="3200" b="1" dirty="0">
                <a:solidFill>
                  <a:schemeClr val="bg1"/>
                </a:solidFill>
              </a:rPr>
              <a:t> </a:t>
            </a:r>
            <a:r>
              <a:rPr lang="en-US" sz="3200" b="1" dirty="0" err="1">
                <a:solidFill>
                  <a:schemeClr val="bg1"/>
                </a:solidFill>
                <a:latin typeface="Times New Roman" panose="02020603050405020304" pitchFamily="18" charset="0"/>
                <a:cs typeface="Times New Roman" panose="02020603050405020304" pitchFamily="18" charset="0"/>
              </a:rPr>
              <a:t>trúc</a:t>
            </a:r>
            <a:r>
              <a:rPr lang="en-US" sz="3200" b="1" dirty="0">
                <a:solidFill>
                  <a:schemeClr val="bg1"/>
                </a:solidFill>
              </a:rPr>
              <a:t> </a:t>
            </a:r>
            <a:r>
              <a:rPr lang="en-US" sz="3200" b="1" dirty="0" err="1">
                <a:solidFill>
                  <a:schemeClr val="bg1"/>
                </a:solidFill>
              </a:rPr>
              <a:t>hệ</a:t>
            </a:r>
            <a:r>
              <a:rPr lang="en-US" sz="3200" b="1" dirty="0">
                <a:solidFill>
                  <a:schemeClr val="bg1"/>
                </a:solidFill>
              </a:rPr>
              <a:t> </a:t>
            </a:r>
            <a:r>
              <a:rPr lang="en-US" sz="3200" b="1" dirty="0" err="1">
                <a:solidFill>
                  <a:schemeClr val="bg1"/>
                </a:solidFill>
              </a:rPr>
              <a:t>thống</a:t>
            </a:r>
            <a:r>
              <a:rPr lang="en-US" sz="3200" b="1" dirty="0">
                <a:solidFill>
                  <a:schemeClr val="bg1"/>
                </a:solidFill>
              </a:rPr>
              <a:t> </a:t>
            </a:r>
            <a:r>
              <a:rPr lang="en-US" sz="3200" b="1" dirty="0" err="1">
                <a:solidFill>
                  <a:schemeClr val="bg1"/>
                </a:solidFill>
              </a:rPr>
              <a:t>MLOps</a:t>
            </a:r>
            <a:r>
              <a:rPr lang="en-US" sz="3200" b="1" dirty="0">
                <a:solidFill>
                  <a:schemeClr val="bg1"/>
                </a:solidFill>
              </a:rPr>
              <a:t> (3 Container Docker)</a:t>
            </a:r>
          </a:p>
          <a:p>
            <a:r>
              <a:rPr lang="vi-VN" sz="3200" b="1" spc="-10" dirty="0" smtClean="0">
                <a:solidFill>
                  <a:schemeClr val="bg1"/>
                </a:solidFill>
                <a:latin typeface="+mj-lt"/>
                <a:cs typeface="Arial" panose="020B0604020202020204" pitchFamily="34" charset="0"/>
              </a:rPr>
              <a:t>	</a:t>
            </a:r>
            <a:endParaRPr lang="vi-VN" sz="3200" b="1" dirty="0">
              <a:solidFill>
                <a:schemeClr val="bg1"/>
              </a:solidFill>
              <a:latin typeface="+mj-lt"/>
            </a:endParaRPr>
          </a:p>
        </p:txBody>
      </p:sp>
      <p:sp>
        <p:nvSpPr>
          <p:cNvPr id="2" name="Rectangle 1"/>
          <p:cNvSpPr/>
          <p:nvPr/>
        </p:nvSpPr>
        <p:spPr>
          <a:xfrm>
            <a:off x="1" y="1077218"/>
            <a:ext cx="8866208" cy="5509200"/>
          </a:xfrm>
          <a:prstGeom prst="rect">
            <a:avLst/>
          </a:prstGeom>
        </p:spPr>
        <p:txBody>
          <a:bodyPr wrap="square">
            <a:spAutoFit/>
          </a:bodyPr>
          <a:lstStyle/>
          <a:p>
            <a:r>
              <a:rPr lang="vi-VN" sz="2200" b="1" dirty="0">
                <a:solidFill>
                  <a:srgbClr val="1B1B1E"/>
                </a:solidFill>
                <a:latin typeface="+mj-lt"/>
              </a:rPr>
              <a:t>Triết lý thiết kế (Microservices Architecture):</a:t>
            </a:r>
            <a:endParaRPr lang="vi-VN" sz="2200" dirty="0">
              <a:solidFill>
                <a:srgbClr val="1B1B1E"/>
              </a:solidFill>
              <a:latin typeface="+mj-lt"/>
            </a:endParaRPr>
          </a:p>
          <a:p>
            <a:pPr lvl="1"/>
            <a:r>
              <a:rPr lang="vi-VN" sz="2200" dirty="0">
                <a:solidFill>
                  <a:srgbClr val="1B1B1E"/>
                </a:solidFill>
                <a:latin typeface="+mj-lt"/>
              </a:rPr>
              <a:t>Tách bạch hoàn toàn giữa Giao diện (Frontend), Tầng xử lý logic (Backend Gateway) và Tầng trí tuệ nhân tạo (AI Service).</a:t>
            </a:r>
          </a:p>
          <a:p>
            <a:r>
              <a:rPr lang="vi-VN" sz="2200" b="1" dirty="0">
                <a:solidFill>
                  <a:srgbClr val="1B1B1E"/>
                </a:solidFill>
                <a:latin typeface="+mj-lt"/>
              </a:rPr>
              <a:t>Chi tiết các thành phần trong </a:t>
            </a:r>
            <a:r>
              <a:rPr lang="vi-VN" sz="2200" b="1" dirty="0">
                <a:solidFill>
                  <a:srgbClr val="2B2D31"/>
                </a:solidFill>
                <a:latin typeface="+mj-lt"/>
              </a:rPr>
              <a:t>docker-compose.yml</a:t>
            </a:r>
            <a:r>
              <a:rPr lang="vi-VN" sz="2200" b="1" dirty="0">
                <a:solidFill>
                  <a:srgbClr val="1B1B1E"/>
                </a:solidFill>
                <a:latin typeface="+mj-lt"/>
              </a:rPr>
              <a:t>:</a:t>
            </a:r>
            <a:endParaRPr lang="vi-VN" sz="2200" dirty="0">
              <a:solidFill>
                <a:srgbClr val="1B1B1E"/>
              </a:solidFill>
              <a:latin typeface="+mj-lt"/>
            </a:endParaRPr>
          </a:p>
          <a:p>
            <a:pPr marL="800100" lvl="1" indent="-342900">
              <a:buFont typeface="Wingdings" panose="05000000000000000000" pitchFamily="2" charset="2"/>
              <a:buChar char="q"/>
            </a:pPr>
            <a:r>
              <a:rPr lang="vi-VN" sz="2200" b="1" dirty="0">
                <a:solidFill>
                  <a:srgbClr val="2B2D31"/>
                </a:solidFill>
                <a:latin typeface="+mj-lt"/>
              </a:rPr>
              <a:t>frontend</a:t>
            </a:r>
            <a:r>
              <a:rPr lang="vi-VN" sz="2200" b="1" dirty="0">
                <a:solidFill>
                  <a:srgbClr val="1B1B1E"/>
                </a:solidFill>
                <a:latin typeface="+mj-lt"/>
              </a:rPr>
              <a:t> (Cổng 3000):</a:t>
            </a:r>
            <a:r>
              <a:rPr lang="vi-VN" sz="2200" dirty="0">
                <a:solidFill>
                  <a:srgbClr val="1B1B1E"/>
                </a:solidFill>
                <a:latin typeface="+mj-lt"/>
              </a:rPr>
              <a:t> Giao diện Web tĩnh phục vụ qua Nginx Alpine, cấu hình Proxy Pass chuyển tiếp request an toàn sang Backend.</a:t>
            </a:r>
          </a:p>
          <a:p>
            <a:pPr marL="800100" lvl="1" indent="-342900">
              <a:buFont typeface="Wingdings" panose="05000000000000000000" pitchFamily="2" charset="2"/>
              <a:buChar char="q"/>
            </a:pPr>
            <a:r>
              <a:rPr lang="vi-VN" sz="2200" b="1" dirty="0">
                <a:solidFill>
                  <a:srgbClr val="2B2D31"/>
                </a:solidFill>
                <a:latin typeface="+mj-lt"/>
              </a:rPr>
              <a:t>backend</a:t>
            </a:r>
            <a:r>
              <a:rPr lang="vi-VN" sz="2200" b="1" dirty="0">
                <a:solidFill>
                  <a:srgbClr val="1B1B1E"/>
                </a:solidFill>
                <a:latin typeface="+mj-lt"/>
              </a:rPr>
              <a:t> (Cổng 8000):</a:t>
            </a:r>
            <a:r>
              <a:rPr lang="vi-VN" sz="2200" dirty="0">
                <a:solidFill>
                  <a:srgbClr val="1B1B1E"/>
                </a:solidFill>
                <a:latin typeface="+mj-lt"/>
              </a:rPr>
              <a:t> FastAPI Gateway đóng vai trò tường lửa tầng ứng dụng, thực hiện validate định dạng dữ liệu đầu vào theo </a:t>
            </a:r>
            <a:r>
              <a:rPr lang="vi-VN" sz="2200" dirty="0">
                <a:solidFill>
                  <a:srgbClr val="2B2D31"/>
                </a:solidFill>
                <a:latin typeface="+mj-lt"/>
              </a:rPr>
              <a:t>schema.json</a:t>
            </a:r>
            <a:r>
              <a:rPr lang="vi-VN" sz="2200" dirty="0">
                <a:solidFill>
                  <a:srgbClr val="1B1B1E"/>
                </a:solidFill>
                <a:latin typeface="+mj-lt"/>
              </a:rPr>
              <a:t>.</a:t>
            </a:r>
          </a:p>
          <a:p>
            <a:pPr marL="800100" lvl="1" indent="-342900">
              <a:buFont typeface="Wingdings" panose="05000000000000000000" pitchFamily="2" charset="2"/>
              <a:buChar char="q"/>
            </a:pPr>
            <a:r>
              <a:rPr lang="vi-VN" sz="2200" b="1" dirty="0">
                <a:solidFill>
                  <a:srgbClr val="2B2D31"/>
                </a:solidFill>
                <a:latin typeface="+mj-lt"/>
              </a:rPr>
              <a:t>ai-service</a:t>
            </a:r>
            <a:r>
              <a:rPr lang="vi-VN" sz="2200" b="1" dirty="0">
                <a:solidFill>
                  <a:srgbClr val="1B1B1E"/>
                </a:solidFill>
                <a:latin typeface="+mj-lt"/>
              </a:rPr>
              <a:t> (Cổng 8001):</a:t>
            </a:r>
            <a:r>
              <a:rPr lang="vi-VN" sz="2200" dirty="0">
                <a:solidFill>
                  <a:srgbClr val="1B1B1E"/>
                </a:solidFill>
                <a:latin typeface="+mj-lt"/>
              </a:rPr>
              <a:t> FastAPI Engine chuyên dụng, tích hợp cơ chế </a:t>
            </a:r>
            <a:r>
              <a:rPr lang="vi-VN" sz="2200" dirty="0">
                <a:solidFill>
                  <a:srgbClr val="2B2D31"/>
                </a:solidFill>
                <a:latin typeface="+mj-lt"/>
              </a:rPr>
              <a:t>healthcheck</a:t>
            </a:r>
            <a:r>
              <a:rPr lang="vi-VN" sz="2200" dirty="0">
                <a:solidFill>
                  <a:srgbClr val="1B1B1E"/>
                </a:solidFill>
                <a:latin typeface="+mj-lt"/>
              </a:rPr>
              <a:t> tự động kiểm tra trạng thái sống của dịch vụ trước khi cho phép Backend gọi</a:t>
            </a:r>
            <a:r>
              <a:rPr lang="vi-VN" sz="2200" dirty="0" smtClean="0">
                <a:solidFill>
                  <a:srgbClr val="1B1B1E"/>
                </a:solidFill>
                <a:latin typeface="+mj-lt"/>
              </a:rPr>
              <a:t>.</a:t>
            </a:r>
          </a:p>
          <a:p>
            <a:pPr marL="800100" lvl="1" indent="-342900">
              <a:buFont typeface="Wingdings" panose="05000000000000000000" pitchFamily="2" charset="2"/>
              <a:buChar char="q"/>
            </a:pPr>
            <a:endParaRPr lang="vi-VN" sz="2200" dirty="0" smtClean="0">
              <a:solidFill>
                <a:srgbClr val="1B1B1E"/>
              </a:solidFill>
              <a:latin typeface="+mj-lt"/>
            </a:endParaRPr>
          </a:p>
          <a:p>
            <a:r>
              <a:rPr lang="vi-VN" sz="2200" b="1" dirty="0" smtClean="0">
                <a:solidFill>
                  <a:srgbClr val="1B1B1E"/>
                </a:solidFill>
                <a:latin typeface="+mj-lt"/>
              </a:rPr>
              <a:t>Ưu điểm:</a:t>
            </a:r>
            <a:r>
              <a:rPr lang="vi-VN" sz="2200" dirty="0" smtClean="0">
                <a:solidFill>
                  <a:srgbClr val="1B1B1E"/>
                </a:solidFill>
                <a:latin typeface="+mj-lt"/>
              </a:rPr>
              <a:t> Khả năng mở rộng cao, dễ dàng thay thế mô hình AI mà không ảnh hưởng đến giao diện người dùng.</a:t>
            </a:r>
            <a:endParaRPr lang="vi-VN" sz="2200" b="0" i="0" dirty="0">
              <a:solidFill>
                <a:srgbClr val="1B1B1E"/>
              </a:solidFill>
              <a:effectLst/>
              <a:latin typeface="+mj-lt"/>
            </a:endParaRPr>
          </a:p>
        </p:txBody>
      </p:sp>
    </p:spTree>
    <p:extLst>
      <p:ext uri="{BB962C8B-B14F-4D97-AF65-F5344CB8AC3E}">
        <p14:creationId xmlns:p14="http://schemas.microsoft.com/office/powerpoint/2010/main" val="2518626963"/>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256870-FC86-27A7-594E-F2555EB6F97F}"/>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C68B6B20-5184-00E6-D96C-30A05CBA0201}"/>
              </a:ext>
            </a:extLst>
          </p:cNvPr>
          <p:cNvSpPr txBox="1"/>
          <p:nvPr/>
        </p:nvSpPr>
        <p:spPr>
          <a:xfrm>
            <a:off x="271708" y="33893"/>
            <a:ext cx="9365373" cy="584775"/>
          </a:xfrm>
          <a:prstGeom prst="rect">
            <a:avLst/>
          </a:prstGeom>
          <a:noFill/>
        </p:spPr>
        <p:txBody>
          <a:bodyPr wrap="square">
            <a:spAutoFit/>
          </a:bodyPr>
          <a:lstStyle/>
          <a:p>
            <a:r>
              <a:rPr lang="vi-VN" sz="3200" b="1" dirty="0">
                <a:solidFill>
                  <a:schemeClr val="bg1"/>
                </a:solidFill>
                <a:latin typeface="+mj-lt"/>
              </a:rPr>
              <a:t>Cơ chế vận hành &amp; Logging</a:t>
            </a:r>
          </a:p>
        </p:txBody>
      </p:sp>
      <p:sp>
        <p:nvSpPr>
          <p:cNvPr id="2" name="Rectangle 1"/>
          <p:cNvSpPr/>
          <p:nvPr/>
        </p:nvSpPr>
        <p:spPr>
          <a:xfrm>
            <a:off x="119605" y="1073848"/>
            <a:ext cx="8075272" cy="4493538"/>
          </a:xfrm>
          <a:prstGeom prst="rect">
            <a:avLst/>
          </a:prstGeom>
        </p:spPr>
        <p:txBody>
          <a:bodyPr wrap="square">
            <a:spAutoFit/>
          </a:bodyPr>
          <a:lstStyle/>
          <a:p>
            <a:pPr>
              <a:buFont typeface="Arial" panose="020B0604020202020204" pitchFamily="34" charset="0"/>
              <a:buChar char="•"/>
            </a:pPr>
            <a:r>
              <a:rPr lang="vi-VN" sz="2200" b="1" dirty="0">
                <a:solidFill>
                  <a:srgbClr val="1B1B1E"/>
                </a:solidFill>
                <a:latin typeface="+mj-lt"/>
              </a:rPr>
              <a:t>Đáp ứng tiêu chuẩn quan sát hệ thống (Observability):</a:t>
            </a:r>
            <a:endParaRPr lang="vi-VN" sz="2200" dirty="0">
              <a:solidFill>
                <a:srgbClr val="1B1B1E"/>
              </a:solidFill>
              <a:latin typeface="+mj-lt"/>
            </a:endParaRPr>
          </a:p>
          <a:p>
            <a:pPr marL="742950" lvl="1" indent="-285750">
              <a:buFont typeface="Arial" panose="020B0604020202020204" pitchFamily="34" charset="0"/>
              <a:buChar char="•"/>
            </a:pPr>
            <a:r>
              <a:rPr lang="vi-VN" sz="2200" dirty="0">
                <a:solidFill>
                  <a:srgbClr val="1B1B1E"/>
                </a:solidFill>
                <a:latin typeface="+mj-lt"/>
              </a:rPr>
              <a:t>Mỗi request từ người dùng gửi lên hệ thống sẽ được cấp phát một mã định danh duy nhất gọi là </a:t>
            </a:r>
            <a:r>
              <a:rPr lang="vi-VN" sz="2200" b="1" dirty="0">
                <a:solidFill>
                  <a:srgbClr val="2B2D31"/>
                </a:solidFill>
                <a:latin typeface="+mj-lt"/>
              </a:rPr>
              <a:t>request_id</a:t>
            </a:r>
            <a:r>
              <a:rPr lang="vi-VN" sz="2200" dirty="0">
                <a:solidFill>
                  <a:srgbClr val="1B1B1E"/>
                </a:solidFill>
                <a:latin typeface="+mj-lt"/>
              </a:rPr>
              <a:t> (ví dụ: </a:t>
            </a:r>
            <a:r>
              <a:rPr lang="vi-VN" sz="2200" dirty="0">
                <a:solidFill>
                  <a:srgbClr val="2B2D31"/>
                </a:solidFill>
                <a:latin typeface="+mj-lt"/>
              </a:rPr>
              <a:t>req=7f3a</a:t>
            </a:r>
            <a:r>
              <a:rPr lang="vi-VN" sz="2200" dirty="0">
                <a:solidFill>
                  <a:srgbClr val="1B1B1E"/>
                </a:solidFill>
                <a:latin typeface="+mj-lt"/>
              </a:rPr>
              <a:t>).</a:t>
            </a:r>
          </a:p>
          <a:p>
            <a:pPr>
              <a:buFont typeface="Arial" panose="020B0604020202020204" pitchFamily="34" charset="0"/>
              <a:buChar char="•"/>
            </a:pPr>
            <a:r>
              <a:rPr lang="vi-VN" sz="2200" b="1" dirty="0">
                <a:solidFill>
                  <a:srgbClr val="1B1B1E"/>
                </a:solidFill>
                <a:latin typeface="+mj-lt"/>
              </a:rPr>
              <a:t>Hành trình Tracing xuyên suốt 3 tầng:</a:t>
            </a:r>
            <a:endParaRPr lang="vi-VN" sz="2200" dirty="0">
              <a:solidFill>
                <a:srgbClr val="1B1B1E"/>
              </a:solidFill>
              <a:latin typeface="+mj-lt"/>
            </a:endParaRPr>
          </a:p>
          <a:p>
            <a:pPr marL="742950" lvl="1" indent="-285750">
              <a:buFont typeface="Arial" panose="020B0604020202020204" pitchFamily="34" charset="0"/>
              <a:buChar char="•"/>
            </a:pPr>
            <a:r>
              <a:rPr lang="vi-VN" sz="2200" dirty="0">
                <a:solidFill>
                  <a:srgbClr val="2B2D31"/>
                </a:solidFill>
                <a:latin typeface="+mj-lt"/>
              </a:rPr>
              <a:t>Frontend</a:t>
            </a:r>
            <a:r>
              <a:rPr lang="vi-VN" sz="2200" dirty="0">
                <a:solidFill>
                  <a:srgbClr val="1B1B1E"/>
                </a:solidFill>
                <a:latin typeface="+mj-lt"/>
              </a:rPr>
              <a:t>: Ghi nhận sự kiện click nút dự đoán, đính kèm </a:t>
            </a:r>
            <a:r>
              <a:rPr lang="vi-VN" sz="2200" dirty="0">
                <a:solidFill>
                  <a:srgbClr val="2B2D31"/>
                </a:solidFill>
                <a:latin typeface="+mj-lt"/>
              </a:rPr>
              <a:t>request_id</a:t>
            </a:r>
            <a:r>
              <a:rPr lang="vi-VN" sz="2200" dirty="0">
                <a:solidFill>
                  <a:srgbClr val="1B1B1E"/>
                </a:solidFill>
                <a:latin typeface="+mj-lt"/>
              </a:rPr>
              <a:t>.</a:t>
            </a:r>
          </a:p>
          <a:p>
            <a:pPr marL="742950" lvl="1" indent="-285750">
              <a:buFont typeface="Arial" panose="020B0604020202020204" pitchFamily="34" charset="0"/>
              <a:buChar char="•"/>
            </a:pPr>
            <a:r>
              <a:rPr lang="vi-VN" sz="2200" dirty="0">
                <a:solidFill>
                  <a:srgbClr val="2B2D31"/>
                </a:solidFill>
                <a:latin typeface="+mj-lt"/>
              </a:rPr>
              <a:t>Backend</a:t>
            </a:r>
            <a:r>
              <a:rPr lang="vi-VN" sz="2200" dirty="0">
                <a:solidFill>
                  <a:srgbClr val="1B1B1E"/>
                </a:solidFill>
                <a:latin typeface="+mj-lt"/>
              </a:rPr>
              <a:t>: Nhận request, thực hiện validate dữ liệu thành công, chuyển tiếp sang AI Service.</a:t>
            </a:r>
          </a:p>
          <a:p>
            <a:pPr marL="742950" lvl="1" indent="-285750">
              <a:buFont typeface="Arial" panose="020B0604020202020204" pitchFamily="34" charset="0"/>
              <a:buChar char="•"/>
            </a:pPr>
            <a:r>
              <a:rPr lang="vi-VN" sz="2200" dirty="0">
                <a:solidFill>
                  <a:srgbClr val="2B2D31"/>
                </a:solidFill>
                <a:latin typeface="+mj-lt"/>
              </a:rPr>
              <a:t>AI Service</a:t>
            </a:r>
            <a:r>
              <a:rPr lang="vi-VN" sz="2200" dirty="0">
                <a:solidFill>
                  <a:srgbClr val="1B1B1E"/>
                </a:solidFill>
                <a:latin typeface="+mj-lt"/>
              </a:rPr>
              <a:t>: Nạp model tương ứng, thực hiện tính toán ma trận, trả về kết quả dự đoán kèm thời gian xử lý (latency, ví dụ: </a:t>
            </a:r>
            <a:r>
              <a:rPr lang="vi-VN" sz="2200" i="1" dirty="0">
                <a:solidFill>
                  <a:srgbClr val="1B1B1E"/>
                </a:solidFill>
                <a:latin typeface="+mj-lt"/>
              </a:rPr>
              <a:t>12ms</a:t>
            </a:r>
            <a:r>
              <a:rPr lang="vi-VN" sz="2200" dirty="0">
                <a:solidFill>
                  <a:srgbClr val="1B1B1E"/>
                </a:solidFill>
                <a:latin typeface="+mj-lt"/>
              </a:rPr>
              <a:t>).</a:t>
            </a:r>
          </a:p>
          <a:p>
            <a:pPr marL="742950" lvl="1" indent="-285750">
              <a:buFont typeface="Arial" panose="020B0604020202020204" pitchFamily="34" charset="0"/>
              <a:buChar char="•"/>
            </a:pPr>
            <a:r>
              <a:rPr lang="vi-VN" sz="2200" dirty="0">
                <a:solidFill>
                  <a:srgbClr val="2B2D31"/>
                </a:solidFill>
                <a:latin typeface="+mj-lt"/>
              </a:rPr>
              <a:t>Backend</a:t>
            </a:r>
            <a:r>
              <a:rPr lang="vi-VN" sz="2200" dirty="0">
                <a:solidFill>
                  <a:srgbClr val="1B1B1E"/>
                </a:solidFill>
                <a:latin typeface="+mj-lt"/>
              </a:rPr>
              <a:t>: Nhận kết quả, trả về HTTP Status </a:t>
            </a:r>
            <a:r>
              <a:rPr lang="vi-VN" sz="2200" dirty="0">
                <a:solidFill>
                  <a:srgbClr val="2B2D31"/>
                </a:solidFill>
                <a:latin typeface="+mj-lt"/>
              </a:rPr>
              <a:t>200 OK</a:t>
            </a:r>
            <a:r>
              <a:rPr lang="vi-VN" sz="2200" dirty="0">
                <a:solidFill>
                  <a:srgbClr val="1B1B1E"/>
                </a:solidFill>
                <a:latin typeface="+mj-lt"/>
              </a:rPr>
              <a:t> tổng thời gian (ví dụ: </a:t>
            </a:r>
            <a:r>
              <a:rPr lang="vi-VN" sz="2200" i="1" dirty="0">
                <a:solidFill>
                  <a:srgbClr val="1B1B1E"/>
                </a:solidFill>
                <a:latin typeface="+mj-lt"/>
              </a:rPr>
              <a:t>84ms</a:t>
            </a:r>
            <a:r>
              <a:rPr lang="vi-VN" sz="2200" dirty="0">
                <a:solidFill>
                  <a:srgbClr val="1B1B1E"/>
                </a:solidFill>
                <a:latin typeface="+mj-lt"/>
              </a:rPr>
              <a:t>).</a:t>
            </a:r>
            <a:endParaRPr lang="vi-VN" sz="2200" b="0" i="0" dirty="0">
              <a:solidFill>
                <a:srgbClr val="1B1B1E"/>
              </a:solidFill>
              <a:effectLst/>
              <a:latin typeface="+mj-lt"/>
            </a:endParaRPr>
          </a:p>
        </p:txBody>
      </p:sp>
    </p:spTree>
    <p:extLst>
      <p:ext uri="{BB962C8B-B14F-4D97-AF65-F5344CB8AC3E}">
        <p14:creationId xmlns:p14="http://schemas.microsoft.com/office/powerpoint/2010/main" val="3322340036"/>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256870-FC86-27A7-594E-F2555EB6F97F}"/>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C68B6B20-5184-00E6-D96C-30A05CBA0201}"/>
              </a:ext>
            </a:extLst>
          </p:cNvPr>
          <p:cNvSpPr txBox="1"/>
          <p:nvPr/>
        </p:nvSpPr>
        <p:spPr>
          <a:xfrm>
            <a:off x="271708" y="33893"/>
            <a:ext cx="9365373" cy="584775"/>
          </a:xfrm>
          <a:prstGeom prst="rect">
            <a:avLst/>
          </a:prstGeom>
          <a:noFill/>
        </p:spPr>
        <p:txBody>
          <a:bodyPr wrap="square">
            <a:spAutoFit/>
          </a:bodyPr>
          <a:lstStyle/>
          <a:p>
            <a:r>
              <a:rPr lang="vi-VN" sz="3200" b="1" dirty="0">
                <a:solidFill>
                  <a:schemeClr val="bg1"/>
                </a:solidFill>
                <a:latin typeface="+mj-lt"/>
              </a:rPr>
              <a:t>Quá trình kiểm thử và đánh giá hiệu </a:t>
            </a:r>
            <a:r>
              <a:rPr lang="vi-VN" sz="3200" b="1" dirty="0" smtClean="0">
                <a:solidFill>
                  <a:schemeClr val="bg1"/>
                </a:solidFill>
                <a:latin typeface="+mj-lt"/>
              </a:rPr>
              <a:t>năng</a:t>
            </a:r>
            <a:endParaRPr lang="vi-VN" sz="3200" b="1" dirty="0">
              <a:solidFill>
                <a:schemeClr val="bg1"/>
              </a:solidFill>
              <a:latin typeface="+mj-lt"/>
            </a:endParaRPr>
          </a:p>
        </p:txBody>
      </p:sp>
      <p:sp>
        <p:nvSpPr>
          <p:cNvPr id="2" name="Rectangle 1"/>
          <p:cNvSpPr/>
          <p:nvPr/>
        </p:nvSpPr>
        <p:spPr>
          <a:xfrm>
            <a:off x="177479" y="1120146"/>
            <a:ext cx="5968678" cy="4493538"/>
          </a:xfrm>
          <a:prstGeom prst="rect">
            <a:avLst/>
          </a:prstGeom>
        </p:spPr>
        <p:txBody>
          <a:bodyPr wrap="square">
            <a:spAutoFit/>
          </a:bodyPr>
          <a:lstStyle/>
          <a:p>
            <a:r>
              <a:rPr lang="vi-VN" sz="2200" b="1" dirty="0">
                <a:latin typeface="+mj-lt"/>
              </a:rPr>
              <a:t>Kiểm thử chức năng (Functional Testing):</a:t>
            </a:r>
            <a:endParaRPr lang="vi-VN" sz="2200" dirty="0">
              <a:latin typeface="+mj-lt"/>
            </a:endParaRPr>
          </a:p>
          <a:p>
            <a:pPr lvl="1"/>
            <a:r>
              <a:rPr lang="vi-VN" sz="2200" dirty="0">
                <a:latin typeface="+mj-lt"/>
              </a:rPr>
              <a:t>Sử dụng pytest kiểm thử các kịch bản đầu vào: Dữ liệu hợp lệ, dữ liệu thiếu trường, dữ liệu sai kiểu, giá trị âm hoặc giá trị nằm ngoài khoảng huấn luyện.</a:t>
            </a:r>
          </a:p>
          <a:p>
            <a:r>
              <a:rPr lang="vi-VN" sz="2200" b="1" dirty="0">
                <a:latin typeface="+mj-lt"/>
              </a:rPr>
              <a:t>Kiểm thử chịu tải (Load Testing):</a:t>
            </a:r>
            <a:endParaRPr lang="vi-VN" sz="2200" dirty="0">
              <a:latin typeface="+mj-lt"/>
            </a:endParaRPr>
          </a:p>
          <a:p>
            <a:pPr lvl="1"/>
            <a:r>
              <a:rPr lang="vi-VN" sz="2200" dirty="0">
                <a:latin typeface="+mj-lt"/>
              </a:rPr>
              <a:t>Thử nghiệm giả lập hệ thống chịu tải với 10 - 20 người dùng đồng thời gọi API liên tục trong 1 phút.</a:t>
            </a:r>
          </a:p>
          <a:p>
            <a:pPr lvl="1"/>
            <a:r>
              <a:rPr lang="vi-VN" sz="2200" b="1" dirty="0">
                <a:latin typeface="+mj-lt"/>
              </a:rPr>
              <a:t>Kết quả ghi nhận:</a:t>
            </a:r>
            <a:r>
              <a:rPr lang="vi-VN" sz="2200" dirty="0">
                <a:latin typeface="+mj-lt"/>
              </a:rPr>
              <a:t> Tỷ lệ lỗi dưới 1%, thời gian phản hồi p95 cho endpoint /api/predict luôn duy trì dưới 2 giây khi hệ thống đã "nóng" (warmed-up).</a:t>
            </a:r>
          </a:p>
        </p:txBody>
      </p:sp>
    </p:spTree>
    <p:extLst>
      <p:ext uri="{BB962C8B-B14F-4D97-AF65-F5344CB8AC3E}">
        <p14:creationId xmlns:p14="http://schemas.microsoft.com/office/powerpoint/2010/main" val="702650096"/>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256870-FC86-27A7-594E-F2555EB6F97F}"/>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C68B6B20-5184-00E6-D96C-30A05CBA0201}"/>
              </a:ext>
            </a:extLst>
          </p:cNvPr>
          <p:cNvSpPr txBox="1"/>
          <p:nvPr/>
        </p:nvSpPr>
        <p:spPr>
          <a:xfrm>
            <a:off x="0" y="0"/>
            <a:ext cx="11140930" cy="584775"/>
          </a:xfrm>
          <a:prstGeom prst="rect">
            <a:avLst/>
          </a:prstGeom>
          <a:noFill/>
        </p:spPr>
        <p:txBody>
          <a:bodyPr wrap="square">
            <a:spAutoFit/>
          </a:bodyPr>
          <a:lstStyle/>
          <a:p>
            <a:r>
              <a:rPr lang="vi-VN" sz="3200" b="1" dirty="0">
                <a:solidFill>
                  <a:schemeClr val="bg1"/>
                </a:solidFill>
                <a:latin typeface="+mj-lt"/>
              </a:rPr>
              <a:t>Triển khai sản phẩm thực tuyến (Online Deployment)</a:t>
            </a:r>
          </a:p>
        </p:txBody>
      </p:sp>
      <p:sp>
        <p:nvSpPr>
          <p:cNvPr id="3" name="Rectangle 2"/>
          <p:cNvSpPr/>
          <p:nvPr/>
        </p:nvSpPr>
        <p:spPr>
          <a:xfrm>
            <a:off x="200627" y="1097792"/>
            <a:ext cx="9336911" cy="4832092"/>
          </a:xfrm>
          <a:prstGeom prst="rect">
            <a:avLst/>
          </a:prstGeom>
        </p:spPr>
        <p:txBody>
          <a:bodyPr wrap="square">
            <a:spAutoFit/>
          </a:bodyPr>
          <a:lstStyle/>
          <a:p>
            <a:r>
              <a:rPr lang="vi-VN" sz="2200" b="1" dirty="0">
                <a:solidFill>
                  <a:srgbClr val="1B1B1E"/>
                </a:solidFill>
                <a:latin typeface="+mj-lt"/>
              </a:rPr>
              <a:t>Giải pháp hạ tầng MLOps (Tunnel &amp; Static Domain):</a:t>
            </a:r>
            <a:endParaRPr lang="vi-VN" sz="2200" dirty="0">
              <a:solidFill>
                <a:srgbClr val="1B1B1E"/>
              </a:solidFill>
              <a:latin typeface="+mj-lt"/>
            </a:endParaRPr>
          </a:p>
          <a:p>
            <a:pPr marL="742950" lvl="1" indent="-285750">
              <a:buFont typeface="Arial" panose="020B0604020202020204" pitchFamily="34" charset="0"/>
              <a:buChar char="•"/>
            </a:pPr>
            <a:r>
              <a:rPr lang="vi-VN" sz="2200" dirty="0">
                <a:solidFill>
                  <a:srgbClr val="1B1B1E"/>
                </a:solidFill>
                <a:latin typeface="+mj-lt"/>
              </a:rPr>
              <a:t>Khắc phục rào cản không có IP tĩnh của máy chủ cá nhân thông qua </a:t>
            </a:r>
            <a:r>
              <a:rPr lang="vi-VN" sz="2200" b="1" dirty="0">
                <a:solidFill>
                  <a:srgbClr val="1B1B1E"/>
                </a:solidFill>
                <a:latin typeface="+mj-lt"/>
              </a:rPr>
              <a:t>Ngrok Tunnel</a:t>
            </a:r>
            <a:r>
              <a:rPr lang="vi-VN" sz="2200" dirty="0">
                <a:solidFill>
                  <a:srgbClr val="1B1B1E"/>
                </a:solidFill>
                <a:latin typeface="+mj-lt"/>
              </a:rPr>
              <a:t>.</a:t>
            </a:r>
          </a:p>
          <a:p>
            <a:pPr marL="742950" lvl="1" indent="-285750">
              <a:buFont typeface="Arial" panose="020B0604020202020204" pitchFamily="34" charset="0"/>
              <a:buChar char="•"/>
            </a:pPr>
            <a:r>
              <a:rPr lang="vi-VN" sz="2200" dirty="0">
                <a:solidFill>
                  <a:srgbClr val="1B1B1E"/>
                </a:solidFill>
                <a:latin typeface="+mj-lt"/>
              </a:rPr>
              <a:t>Đăng ký và cấu hình </a:t>
            </a:r>
            <a:r>
              <a:rPr lang="vi-VN" sz="2200" b="1" dirty="0">
                <a:solidFill>
                  <a:srgbClr val="1B1B1E"/>
                </a:solidFill>
                <a:latin typeface="+mj-lt"/>
              </a:rPr>
              <a:t>Static Domain (Tên miền cố định vĩnh viễn)</a:t>
            </a:r>
            <a:r>
              <a:rPr lang="vi-VN" sz="2200" dirty="0">
                <a:solidFill>
                  <a:srgbClr val="1B1B1E"/>
                </a:solidFill>
                <a:latin typeface="+mj-lt"/>
              </a:rPr>
              <a:t> để đảm bảo đường truyền không bị thay đổi mỗi khi khởi động lại hệ thống.</a:t>
            </a:r>
          </a:p>
          <a:p>
            <a:r>
              <a:rPr lang="vi-VN" sz="2200" b="1" dirty="0">
                <a:solidFill>
                  <a:srgbClr val="1B1B1E"/>
                </a:solidFill>
                <a:latin typeface="+mj-lt"/>
              </a:rPr>
              <a:t>Địa chỉ Demo trực tuyến chính thức (24/7</a:t>
            </a:r>
            <a:r>
              <a:rPr lang="vi-VN" sz="2200" b="1" dirty="0" smtClean="0">
                <a:solidFill>
                  <a:srgbClr val="1B1B1E"/>
                </a:solidFill>
                <a:latin typeface="+mj-lt"/>
              </a:rPr>
              <a:t>):</a:t>
            </a:r>
            <a:endParaRPr lang="vi-VN" sz="2200" dirty="0">
              <a:solidFill>
                <a:srgbClr val="1B1B1E"/>
              </a:solidFill>
              <a:latin typeface="+mj-lt"/>
            </a:endParaRPr>
          </a:p>
          <a:p>
            <a:pPr marL="742950" lvl="1" indent="-285750">
              <a:buFont typeface="Arial" panose="020B0604020202020204" pitchFamily="34" charset="0"/>
              <a:buChar char="•"/>
            </a:pPr>
            <a:r>
              <a:rPr lang="vi-VN" sz="2200" b="1" dirty="0" smtClean="0">
                <a:solidFill>
                  <a:srgbClr val="2B2D31"/>
                </a:solidFill>
                <a:latin typeface="+mj-lt"/>
                <a:hlinkClick r:id="rId3"/>
              </a:rPr>
              <a:t>https</a:t>
            </a:r>
            <a:r>
              <a:rPr lang="vi-VN" sz="2200" b="1" dirty="0">
                <a:solidFill>
                  <a:srgbClr val="2B2D31"/>
                </a:solidFill>
                <a:latin typeface="+mj-lt"/>
                <a:hlinkClick r:id="rId3"/>
              </a:rPr>
              <a:t>://</a:t>
            </a:r>
            <a:r>
              <a:rPr lang="vi-VN" sz="2200" b="1" dirty="0" smtClean="0">
                <a:solidFill>
                  <a:srgbClr val="2B2D31"/>
                </a:solidFill>
                <a:latin typeface="+mj-lt"/>
                <a:hlinkClick r:id="rId3"/>
              </a:rPr>
              <a:t>barmaid-trapezoid-grooving.ngrok-free.dev</a:t>
            </a:r>
            <a:endParaRPr lang="vi-VN" sz="2200" b="1" dirty="0" smtClean="0">
              <a:solidFill>
                <a:srgbClr val="2B2D31"/>
              </a:solidFill>
              <a:latin typeface="+mj-lt"/>
            </a:endParaRPr>
          </a:p>
          <a:p>
            <a:pPr marL="742950" lvl="1" indent="-285750">
              <a:buFont typeface="Arial" panose="020B0604020202020204" pitchFamily="34" charset="0"/>
              <a:buChar char="•"/>
            </a:pPr>
            <a:endParaRPr lang="vi-VN" sz="2200" dirty="0">
              <a:solidFill>
                <a:srgbClr val="1B1B1E"/>
              </a:solidFill>
              <a:latin typeface="+mj-lt"/>
            </a:endParaRPr>
          </a:p>
          <a:p>
            <a:r>
              <a:rPr lang="vi-VN" sz="2200" b="1" dirty="0">
                <a:solidFill>
                  <a:srgbClr val="1B1B1E"/>
                </a:solidFill>
                <a:latin typeface="+mj-lt"/>
              </a:rPr>
              <a:t>Ưu điểm vượt trội của giải pháp</a:t>
            </a:r>
            <a:r>
              <a:rPr lang="vi-VN" sz="2200" b="1" dirty="0" smtClean="0">
                <a:solidFill>
                  <a:srgbClr val="1B1B1E"/>
                </a:solidFill>
                <a:latin typeface="+mj-lt"/>
              </a:rPr>
              <a:t>:</a:t>
            </a:r>
            <a:endParaRPr lang="vi-VN" sz="2200" dirty="0">
              <a:solidFill>
                <a:srgbClr val="1B1B1E"/>
              </a:solidFill>
              <a:latin typeface="+mj-lt"/>
            </a:endParaRPr>
          </a:p>
          <a:p>
            <a:pPr marL="742950" lvl="1" indent="-285750">
              <a:buFont typeface="Arial" panose="020B0604020202020204" pitchFamily="34" charset="0"/>
              <a:buChar char="•"/>
            </a:pPr>
            <a:r>
              <a:rPr lang="vi-VN" sz="2200" b="1" dirty="0">
                <a:solidFill>
                  <a:srgbClr val="1B1B1E"/>
                </a:solidFill>
                <a:latin typeface="+mj-lt"/>
              </a:rPr>
              <a:t>Khả dụng liên tục:</a:t>
            </a:r>
            <a:r>
              <a:rPr lang="vi-VN" sz="2200" dirty="0">
                <a:solidFill>
                  <a:srgbClr val="1B1B1E"/>
                </a:solidFill>
                <a:latin typeface="+mj-lt"/>
              </a:rPr>
              <a:t> Hệ thống vận hành ổn định 24/7, sẵn sàng phục vụ kiểm thử bất cứ lúc nào.</a:t>
            </a:r>
          </a:p>
          <a:p>
            <a:pPr marL="742950" lvl="1" indent="-285750">
              <a:buFont typeface="Arial" panose="020B0604020202020204" pitchFamily="34" charset="0"/>
              <a:buChar char="•"/>
            </a:pPr>
            <a:r>
              <a:rPr lang="vi-VN" sz="2200" b="1" dirty="0">
                <a:solidFill>
                  <a:srgbClr val="1B1B1E"/>
                </a:solidFill>
                <a:latin typeface="+mj-lt"/>
              </a:rPr>
              <a:t>Truy cập đa nền tảng:</a:t>
            </a:r>
            <a:r>
              <a:rPr lang="vi-VN" sz="2200" dirty="0">
                <a:solidFill>
                  <a:srgbClr val="1B1B1E"/>
                </a:solidFill>
                <a:latin typeface="+mj-lt"/>
              </a:rPr>
              <a:t> Hội đồng và người dùng có thể truy cập trực tiếp từ xa bằng mọi thiết bị (máy tính, điện thoại di động, kể cả mạng di động 4G) mà không phụ thuộc vào mạng nội bộ phòng học.</a:t>
            </a:r>
            <a:endParaRPr lang="vi-VN" sz="2200" b="0" i="0" dirty="0">
              <a:solidFill>
                <a:srgbClr val="1B1B1E"/>
              </a:solidFill>
              <a:effectLst/>
              <a:latin typeface="+mj-lt"/>
            </a:endParaRPr>
          </a:p>
        </p:txBody>
      </p:sp>
    </p:spTree>
    <p:extLst>
      <p:ext uri="{BB962C8B-B14F-4D97-AF65-F5344CB8AC3E}">
        <p14:creationId xmlns:p14="http://schemas.microsoft.com/office/powerpoint/2010/main" val="3607007686"/>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256870-FC86-27A7-594E-F2555EB6F97F}"/>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C68B6B20-5184-00E6-D96C-30A05CBA0201}"/>
              </a:ext>
            </a:extLst>
          </p:cNvPr>
          <p:cNvSpPr txBox="1"/>
          <p:nvPr/>
        </p:nvSpPr>
        <p:spPr>
          <a:xfrm>
            <a:off x="0" y="0"/>
            <a:ext cx="10394066" cy="553998"/>
          </a:xfrm>
          <a:prstGeom prst="rect">
            <a:avLst/>
          </a:prstGeom>
          <a:noFill/>
        </p:spPr>
        <p:txBody>
          <a:bodyPr wrap="square">
            <a:spAutoFit/>
          </a:bodyPr>
          <a:lstStyle/>
          <a:p>
            <a:r>
              <a:rPr lang="vi-VN" sz="3000" b="1" dirty="0">
                <a:solidFill>
                  <a:schemeClr val="bg1"/>
                </a:solidFill>
                <a:latin typeface="+mj-lt"/>
              </a:rPr>
              <a:t>HẠN CHẾ CỦA ĐỀ TÀI &amp; THÁCH THỨC KỸ THUẬT</a:t>
            </a:r>
          </a:p>
        </p:txBody>
      </p:sp>
      <p:sp>
        <p:nvSpPr>
          <p:cNvPr id="4" name="Rectangle 2"/>
          <p:cNvSpPr>
            <a:spLocks noChangeArrowheads="1"/>
          </p:cNvSpPr>
          <p:nvPr/>
        </p:nvSpPr>
        <p:spPr bwMode="auto">
          <a:xfrm>
            <a:off x="154330" y="974440"/>
            <a:ext cx="11628698" cy="5124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45720" numCol="1" anchor="ctr" anchorCtr="0" compatLnSpc="1">
            <a:prstTxWarp prst="textNoShape">
              <a:avLst/>
            </a:prstTxWarp>
            <a:spAutoFit/>
          </a:bodyPr>
          <a:lstStyle/>
          <a:p>
            <a:r>
              <a:rPr lang="vi-VN" sz="2200" b="1" dirty="0">
                <a:latin typeface="+mj-lt"/>
              </a:rPr>
              <a:t>Hạn chế về tập dữ liệu (Data Constraints):</a:t>
            </a:r>
            <a:endParaRPr lang="vi-VN" sz="2200" dirty="0">
              <a:latin typeface="+mj-lt"/>
            </a:endParaRPr>
          </a:p>
          <a:p>
            <a:pPr marL="800100" lvl="1" indent="-342900">
              <a:buFont typeface="Wingdings" panose="05000000000000000000" pitchFamily="2" charset="2"/>
              <a:buChar char="q"/>
            </a:pPr>
            <a:r>
              <a:rPr lang="vi-VN" sz="2200" dirty="0">
                <a:latin typeface="+mj-lt"/>
              </a:rPr>
              <a:t>Tập dữ liệu Advertising Dataset chỉ gồm 200 mẫu quan sát thực nghiệm – quy mô còn khá nhỏ đối với các mô hình học máy phức tạp, dễ dẫn đến hiện tượng phương sai cao (high variance) nếu gặp dữ liệu thị trường biến động mạnh.</a:t>
            </a:r>
          </a:p>
          <a:p>
            <a:pPr marL="800100" lvl="1" indent="-342900">
              <a:buFont typeface="Wingdings" panose="05000000000000000000" pitchFamily="2" charset="2"/>
              <a:buChar char="q"/>
            </a:pPr>
            <a:r>
              <a:rPr lang="vi-VN" sz="2200" dirty="0">
                <a:latin typeface="+mj-lt"/>
              </a:rPr>
              <a:t>Các kênh quảng cáo bị giới hạn trong 3 kênh truyền thống (TV, Radio, Newspaper), chưa phản ánh được sự bùng nổ của các kênh Digital Marketing hiện đại (Facebook Ads, Google Ads, TikTok Ads</a:t>
            </a:r>
            <a:r>
              <a:rPr lang="vi-VN" sz="2200" dirty="0" smtClean="0">
                <a:latin typeface="+mj-lt"/>
              </a:rPr>
              <a:t>).</a:t>
            </a:r>
          </a:p>
          <a:p>
            <a:pPr marL="800100" lvl="1" indent="-342900">
              <a:buFont typeface="Wingdings" panose="05000000000000000000" pitchFamily="2" charset="2"/>
              <a:buChar char="q"/>
            </a:pPr>
            <a:endParaRPr lang="vi-VN" sz="2200" dirty="0">
              <a:latin typeface="+mj-lt"/>
            </a:endParaRPr>
          </a:p>
          <a:p>
            <a:r>
              <a:rPr lang="vi-VN" sz="2200" b="1" dirty="0">
                <a:latin typeface="+mj-lt"/>
              </a:rPr>
              <a:t>Thách thức về hạ tầng &amp; MLOps:</a:t>
            </a:r>
            <a:endParaRPr lang="vi-VN" sz="2200" dirty="0">
              <a:latin typeface="+mj-lt"/>
            </a:endParaRPr>
          </a:p>
          <a:p>
            <a:pPr marL="800100" lvl="1" indent="-342900">
              <a:buFont typeface="Wingdings" panose="05000000000000000000" pitchFamily="2" charset="2"/>
              <a:buChar char="q"/>
            </a:pPr>
            <a:r>
              <a:rPr lang="vi-VN" sz="2200" b="1" dirty="0">
                <a:latin typeface="+mj-lt"/>
              </a:rPr>
              <a:t>Giới hạn tài nguyên:</a:t>
            </a:r>
            <a:r>
              <a:rPr lang="vi-VN" sz="2200" dirty="0">
                <a:latin typeface="+mj-lt"/>
              </a:rPr>
              <a:t> Hệ thống chạy trên máy chủ cá nhân thông qua Ngrok Tunnel, phụ thuộc vào nguồn điện và kết nối Internet của thiết bị; chưa được deploy lên các Cloud Platform chính thống (Render, AWS, Heroku) có IP tĩnh.</a:t>
            </a:r>
          </a:p>
          <a:p>
            <a:pPr marL="800100" lvl="1" indent="-342900">
              <a:buFont typeface="Wingdings" panose="05000000000000000000" pitchFamily="2" charset="2"/>
              <a:buChar char="q"/>
            </a:pPr>
            <a:r>
              <a:rPr lang="vi-VN" sz="2200" b="1" dirty="0">
                <a:latin typeface="+mj-lt"/>
              </a:rPr>
              <a:t>Khả năng lưu trữ trạng thái (State Management):</a:t>
            </a:r>
            <a:r>
              <a:rPr lang="vi-VN" sz="2200" dirty="0">
                <a:latin typeface="+mj-lt"/>
              </a:rPr>
              <a:t> Kiến trúc hiện tại chưa tích hợp cơ sở dữ liệu (Database) để lưu trữ lịch sử các lần dự đoán của người dùng.</a:t>
            </a: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endParaRPr kumimoji="0" lang="vi-VN" altLang="vi-VN" sz="2200" b="0" i="0" u="none" strike="noStrike" cap="none" normalizeH="0" baseline="0" dirty="0" smtClean="0">
              <a:ln>
                <a:noFill/>
              </a:ln>
              <a:solidFill>
                <a:schemeClr val="tx1"/>
              </a:solidFill>
              <a:effectLst/>
              <a:latin typeface="+mj-lt"/>
            </a:endParaRPr>
          </a:p>
        </p:txBody>
      </p:sp>
    </p:spTree>
    <p:extLst>
      <p:ext uri="{BB962C8B-B14F-4D97-AF65-F5344CB8AC3E}">
        <p14:creationId xmlns:p14="http://schemas.microsoft.com/office/powerpoint/2010/main" val="327007228"/>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256870-FC86-27A7-594E-F2555EB6F97F}"/>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C68B6B20-5184-00E6-D96C-30A05CBA0201}"/>
              </a:ext>
            </a:extLst>
          </p:cNvPr>
          <p:cNvSpPr txBox="1"/>
          <p:nvPr/>
        </p:nvSpPr>
        <p:spPr>
          <a:xfrm>
            <a:off x="0" y="0"/>
            <a:ext cx="9365373" cy="584775"/>
          </a:xfrm>
          <a:prstGeom prst="rect">
            <a:avLst/>
          </a:prstGeom>
          <a:noFill/>
        </p:spPr>
        <p:txBody>
          <a:bodyPr wrap="square">
            <a:spAutoFit/>
          </a:bodyPr>
          <a:lstStyle/>
          <a:p>
            <a:r>
              <a:rPr lang="vi-VN" sz="3200" b="1" dirty="0">
                <a:solidFill>
                  <a:schemeClr val="bg1"/>
                </a:solidFill>
                <a:latin typeface="+mj-lt"/>
              </a:rPr>
              <a:t>KẾT LUẬN VÀ ĐỊNH HƯỚNG PHÁT TRIỂN</a:t>
            </a:r>
            <a:endParaRPr lang="vi-VN" sz="3200" b="1" dirty="0">
              <a:solidFill>
                <a:schemeClr val="bg1"/>
              </a:solidFill>
              <a:latin typeface="+mj-lt"/>
            </a:endParaRPr>
          </a:p>
        </p:txBody>
      </p:sp>
      <p:sp>
        <p:nvSpPr>
          <p:cNvPr id="4" name="Rectangle 2"/>
          <p:cNvSpPr>
            <a:spLocks noChangeArrowheads="1"/>
          </p:cNvSpPr>
          <p:nvPr/>
        </p:nvSpPr>
        <p:spPr bwMode="auto">
          <a:xfrm>
            <a:off x="154330" y="3703135"/>
            <a:ext cx="9638006" cy="3847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vi-VN" altLang="vi-VN" sz="2200" b="0" i="0" u="none" strike="noStrike" cap="none" normalizeH="0" baseline="0" dirty="0" smtClean="0">
              <a:ln>
                <a:noFill/>
              </a:ln>
              <a:solidFill>
                <a:schemeClr val="tx1"/>
              </a:solidFill>
              <a:effectLst/>
              <a:latin typeface="+mj-lt"/>
            </a:endParaRPr>
          </a:p>
        </p:txBody>
      </p:sp>
      <p:sp>
        <p:nvSpPr>
          <p:cNvPr id="3" name="Rectangle 2"/>
          <p:cNvSpPr>
            <a:spLocks noChangeArrowheads="1"/>
          </p:cNvSpPr>
          <p:nvPr/>
        </p:nvSpPr>
        <p:spPr bwMode="auto">
          <a:xfrm>
            <a:off x="260637" y="1067392"/>
            <a:ext cx="11395069" cy="47859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vi-VN" altLang="vi-VN" sz="2200" b="1" i="0" u="none" strike="noStrike" cap="none" normalizeH="0" baseline="0" dirty="0" smtClean="0">
                <a:ln>
                  <a:noFill/>
                </a:ln>
                <a:solidFill>
                  <a:schemeClr val="tx1"/>
                </a:solidFill>
                <a:effectLst/>
                <a:latin typeface="+mj-lt"/>
              </a:rPr>
              <a:t>TỔNG KẾT KẾT QUẢ ĐẠT ĐƯỢC</a:t>
            </a:r>
            <a:endParaRPr kumimoji="0" lang="vi-VN" altLang="vi-VN" sz="2200" b="0" i="0" u="none" strike="noStrike" cap="none" normalizeH="0" baseline="0" dirty="0" smtClean="0">
              <a:ln>
                <a:noFill/>
              </a:ln>
              <a:solidFill>
                <a:schemeClr val="tx1"/>
              </a:solidFill>
              <a:effectLst/>
              <a:latin typeface="+mj-lt"/>
            </a:endParaRPr>
          </a:p>
          <a:p>
            <a:pPr lvl="1" eaLnBrk="0" fontAlgn="base" hangingPunct="0">
              <a:spcBef>
                <a:spcPct val="0"/>
              </a:spcBef>
              <a:spcAft>
                <a:spcPct val="0"/>
              </a:spcAft>
              <a:buFontTx/>
              <a:buChar char="•"/>
            </a:pPr>
            <a:r>
              <a:rPr kumimoji="0" lang="vi-VN" altLang="vi-VN" sz="2200" b="1" i="0" u="none" strike="noStrike" cap="none" normalizeH="0" baseline="0" dirty="0" smtClean="0">
                <a:ln>
                  <a:noFill/>
                </a:ln>
                <a:solidFill>
                  <a:schemeClr val="tx1"/>
                </a:solidFill>
                <a:effectLst/>
                <a:latin typeface="+mj-lt"/>
              </a:rPr>
              <a:t>MLOps Pipeline khép kín:</a:t>
            </a:r>
            <a:r>
              <a:rPr kumimoji="0" lang="vi-VN" altLang="vi-VN" sz="2200" b="0" i="0" u="none" strike="noStrike" cap="none" normalizeH="0" baseline="0" dirty="0" smtClean="0">
                <a:ln>
                  <a:noFill/>
                </a:ln>
                <a:solidFill>
                  <a:schemeClr val="tx1"/>
                </a:solidFill>
                <a:effectLst/>
                <a:latin typeface="+mj-lt"/>
              </a:rPr>
              <a:t> Hoàn thiện chu trình End-to-End từ EDA, huấn luyện mô hình đến đóng gói Docker và triển khai thực tế.</a:t>
            </a:r>
          </a:p>
          <a:p>
            <a:pPr lvl="1" eaLnBrk="0" fontAlgn="base" hangingPunct="0">
              <a:spcBef>
                <a:spcPct val="0"/>
              </a:spcBef>
              <a:spcAft>
                <a:spcPct val="0"/>
              </a:spcAft>
              <a:buFontTx/>
              <a:buChar char="•"/>
            </a:pPr>
            <a:r>
              <a:rPr kumimoji="0" lang="vi-VN" altLang="vi-VN" sz="2200" b="1" i="0" u="none" strike="noStrike" cap="none" normalizeH="0" baseline="0" dirty="0" smtClean="0">
                <a:ln>
                  <a:noFill/>
                </a:ln>
                <a:solidFill>
                  <a:schemeClr val="tx1"/>
                </a:solidFill>
                <a:effectLst/>
                <a:latin typeface="+mj-lt"/>
              </a:rPr>
              <a:t>Hiệu năng mô hình ưu việt:</a:t>
            </a:r>
            <a:r>
              <a:rPr kumimoji="0" lang="vi-VN" altLang="vi-VN" sz="2200" b="0" i="0" u="none" strike="noStrike" cap="none" normalizeH="0" baseline="0" dirty="0" smtClean="0">
                <a:ln>
                  <a:noFill/>
                </a:ln>
                <a:solidFill>
                  <a:schemeClr val="tx1"/>
                </a:solidFill>
                <a:effectLst/>
                <a:latin typeface="+mj-lt"/>
              </a:rPr>
              <a:t> </a:t>
            </a:r>
            <a:r>
              <a:rPr kumimoji="0" lang="vi-VN" altLang="vi-VN" sz="2200" b="1" i="0" u="none" strike="noStrike" cap="none" normalizeH="0" baseline="0" dirty="0" smtClean="0">
                <a:ln>
                  <a:noFill/>
                </a:ln>
                <a:solidFill>
                  <a:schemeClr val="tx1"/>
                </a:solidFill>
                <a:effectLst/>
                <a:latin typeface="+mj-lt"/>
              </a:rPr>
              <a:t>XGBoost Regressor</a:t>
            </a:r>
            <a:r>
              <a:rPr kumimoji="0" lang="vi-VN" altLang="vi-VN" sz="2200" b="0" i="0" u="none" strike="noStrike" cap="none" normalizeH="0" baseline="0" dirty="0" smtClean="0">
                <a:ln>
                  <a:noFill/>
                </a:ln>
                <a:solidFill>
                  <a:schemeClr val="tx1"/>
                </a:solidFill>
                <a:effectLst/>
                <a:latin typeface="+mj-lt"/>
              </a:rPr>
              <a:t> đạt </a:t>
            </a:r>
            <a:r>
              <a:rPr lang="vi-VN" altLang="vi-VN" sz="2200" b="1" dirty="0">
                <a:latin typeface="+mj-lt"/>
              </a:rPr>
              <a:t>R²</a:t>
            </a:r>
            <a:r>
              <a:rPr kumimoji="0" lang="vi-VN" altLang="vi-VN" sz="2200" b="0" i="0" u="none" strike="noStrike" cap="none" normalizeH="0" baseline="0" dirty="0" smtClean="0">
                <a:ln>
                  <a:noFill/>
                </a:ln>
                <a:solidFill>
                  <a:schemeClr val="tx1"/>
                </a:solidFill>
                <a:effectLst/>
                <a:latin typeface="+mj-lt"/>
              </a:rPr>
              <a:t> = 97.89%, giải quyết triệt để bài toán dự báo doanh số.</a:t>
            </a:r>
          </a:p>
          <a:p>
            <a:pPr lvl="1" eaLnBrk="0" fontAlgn="base" hangingPunct="0">
              <a:spcBef>
                <a:spcPct val="0"/>
              </a:spcBef>
              <a:spcAft>
                <a:spcPct val="0"/>
              </a:spcAft>
              <a:buFontTx/>
              <a:buChar char="•"/>
            </a:pPr>
            <a:r>
              <a:rPr kumimoji="0" lang="vi-VN" altLang="vi-VN" sz="2200" b="1" i="0" u="none" strike="noStrike" cap="none" normalizeH="0" baseline="0" dirty="0" smtClean="0">
                <a:ln>
                  <a:noFill/>
                </a:ln>
                <a:solidFill>
                  <a:schemeClr val="tx1"/>
                </a:solidFill>
                <a:effectLst/>
                <a:latin typeface="+mj-lt"/>
              </a:rPr>
              <a:t>Vận hành chuẩn thương mại:</a:t>
            </a:r>
            <a:r>
              <a:rPr kumimoji="0" lang="vi-VN" altLang="vi-VN" sz="2200" b="0" i="0" u="none" strike="noStrike" cap="none" normalizeH="0" baseline="0" dirty="0" smtClean="0">
                <a:ln>
                  <a:noFill/>
                </a:ln>
                <a:solidFill>
                  <a:schemeClr val="tx1"/>
                </a:solidFill>
                <a:effectLst/>
                <a:latin typeface="+mj-lt"/>
              </a:rPr>
              <a:t> Hệ thống </a:t>
            </a:r>
            <a:r>
              <a:rPr kumimoji="0" lang="vi-VN" altLang="vi-VN" sz="2200" b="1" i="0" u="none" strike="noStrike" cap="none" normalizeH="0" baseline="0" dirty="0" smtClean="0">
                <a:ln>
                  <a:noFill/>
                </a:ln>
                <a:solidFill>
                  <a:schemeClr val="tx1"/>
                </a:solidFill>
                <a:effectLst/>
                <a:latin typeface="+mj-lt"/>
              </a:rPr>
              <a:t>3 Docker Containers</a:t>
            </a:r>
            <a:r>
              <a:rPr kumimoji="0" lang="vi-VN" altLang="vi-VN" sz="2200" b="0" i="0" u="none" strike="noStrike" cap="none" normalizeH="0" baseline="0" dirty="0" smtClean="0">
                <a:ln>
                  <a:noFill/>
                </a:ln>
                <a:solidFill>
                  <a:schemeClr val="tx1"/>
                </a:solidFill>
                <a:effectLst/>
                <a:latin typeface="+mj-lt"/>
              </a:rPr>
              <a:t> chạy đồng bộ, tích hợp request_id tracing và online 24/7 qua Ngrok Static Domain.</a:t>
            </a:r>
          </a:p>
          <a:p>
            <a:pPr lvl="1" eaLnBrk="0" fontAlgn="base" hangingPunct="0">
              <a:spcBef>
                <a:spcPct val="0"/>
              </a:spcBef>
              <a:spcAft>
                <a:spcPct val="0"/>
              </a:spcAft>
              <a:buFontTx/>
              <a:buChar char="•"/>
            </a:pPr>
            <a:endParaRPr kumimoji="0" lang="vi-VN" altLang="vi-VN" sz="2200" b="0" i="0" u="none" strike="noStrike" cap="none" normalizeH="0" baseline="0" dirty="0" smtClean="0">
              <a:ln>
                <a:noFill/>
              </a:ln>
              <a:solidFill>
                <a:schemeClr val="tx1"/>
              </a:solidFill>
              <a:effectLst/>
              <a:latin typeface="+mj-l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vi-VN" altLang="vi-VN" sz="2200" b="1" i="0" u="none" strike="noStrike" cap="none" normalizeH="0" baseline="0" dirty="0" smtClean="0">
                <a:ln>
                  <a:noFill/>
                </a:ln>
                <a:solidFill>
                  <a:schemeClr val="tx1"/>
                </a:solidFill>
                <a:effectLst/>
                <a:latin typeface="+mj-lt"/>
              </a:rPr>
              <a:t>ĐỊNH HƯỚNG TƯƠNG LAI</a:t>
            </a:r>
            <a:endParaRPr kumimoji="0" lang="vi-VN" altLang="vi-VN" sz="2200" b="0" i="0" u="none" strike="noStrike" cap="none" normalizeH="0" baseline="0" dirty="0" smtClean="0">
              <a:ln>
                <a:noFill/>
              </a:ln>
              <a:solidFill>
                <a:schemeClr val="tx1"/>
              </a:solidFill>
              <a:effectLst/>
              <a:latin typeface="+mj-lt"/>
            </a:endParaRPr>
          </a:p>
          <a:p>
            <a:pPr lvl="1" eaLnBrk="0" fontAlgn="base" hangingPunct="0">
              <a:spcBef>
                <a:spcPct val="0"/>
              </a:spcBef>
              <a:spcAft>
                <a:spcPct val="0"/>
              </a:spcAft>
              <a:buFontTx/>
              <a:buChar char="•"/>
            </a:pPr>
            <a:r>
              <a:rPr kumimoji="0" lang="vi-VN" altLang="vi-VN" sz="2200" b="1" i="0" u="none" strike="noStrike" cap="none" normalizeH="0" baseline="0" dirty="0" smtClean="0">
                <a:ln>
                  <a:noFill/>
                </a:ln>
                <a:solidFill>
                  <a:schemeClr val="tx1"/>
                </a:solidFill>
                <a:effectLst/>
                <a:latin typeface="+mj-lt"/>
              </a:rPr>
              <a:t>Mở rộng dữ liệu:</a:t>
            </a:r>
            <a:r>
              <a:rPr kumimoji="0" lang="vi-VN" altLang="vi-VN" sz="2200" b="0" i="0" u="none" strike="noStrike" cap="none" normalizeH="0" baseline="0" dirty="0" smtClean="0">
                <a:ln>
                  <a:noFill/>
                </a:ln>
                <a:solidFill>
                  <a:schemeClr val="tx1"/>
                </a:solidFill>
                <a:effectLst/>
                <a:latin typeface="+mj-lt"/>
              </a:rPr>
              <a:t> Bổ sung các nhóm chi phí tiếp thị số (Digital Marketing) để nâng cao năng lực dự báo.</a:t>
            </a:r>
          </a:p>
          <a:p>
            <a:pPr lvl="1" eaLnBrk="0" fontAlgn="base" hangingPunct="0">
              <a:spcBef>
                <a:spcPct val="0"/>
              </a:spcBef>
              <a:spcAft>
                <a:spcPct val="0"/>
              </a:spcAft>
              <a:buFontTx/>
              <a:buChar char="•"/>
            </a:pPr>
            <a:r>
              <a:rPr kumimoji="0" lang="vi-VN" altLang="vi-VN" sz="2200" b="1" i="0" u="none" strike="noStrike" cap="none" normalizeH="0" baseline="0" dirty="0" smtClean="0">
                <a:ln>
                  <a:noFill/>
                </a:ln>
                <a:solidFill>
                  <a:schemeClr val="tx1"/>
                </a:solidFill>
                <a:effectLst/>
                <a:latin typeface="+mj-lt"/>
              </a:rPr>
              <a:t>Tích hợp Database:</a:t>
            </a:r>
            <a:r>
              <a:rPr kumimoji="0" lang="vi-VN" altLang="vi-VN" sz="2200" b="0" i="0" u="none" strike="noStrike" cap="none" normalizeH="0" baseline="0" dirty="0" smtClean="0">
                <a:ln>
                  <a:noFill/>
                </a:ln>
                <a:solidFill>
                  <a:schemeClr val="tx1"/>
                </a:solidFill>
                <a:effectLst/>
                <a:latin typeface="+mj-lt"/>
              </a:rPr>
              <a:t> Cài đặt </a:t>
            </a:r>
            <a:r>
              <a:rPr kumimoji="0" lang="vi-VN" altLang="vi-VN" sz="2200" b="1" i="0" u="none" strike="noStrike" cap="none" normalizeH="0" baseline="0" dirty="0" smtClean="0">
                <a:ln>
                  <a:noFill/>
                </a:ln>
                <a:solidFill>
                  <a:schemeClr val="tx1"/>
                </a:solidFill>
                <a:effectLst/>
                <a:latin typeface="+mj-lt"/>
              </a:rPr>
              <a:t>MongoDB</a:t>
            </a:r>
            <a:r>
              <a:rPr kumimoji="0" lang="vi-VN" altLang="vi-VN" sz="2200" b="0" i="0" u="none" strike="noStrike" cap="none" normalizeH="0" baseline="0" dirty="0" smtClean="0">
                <a:ln>
                  <a:noFill/>
                </a:ln>
                <a:solidFill>
                  <a:schemeClr val="tx1"/>
                </a:solidFill>
                <a:effectLst/>
                <a:latin typeface="+mj-lt"/>
              </a:rPr>
              <a:t> tại Backend Gateway để lưu vết lịch sử truy vấn và tái huấn luyện mô hình.</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vi-VN" altLang="vi-VN" sz="2200" b="0" i="0" u="none" strike="noStrike" cap="none" normalizeH="0" baseline="0" dirty="0" smtClean="0">
              <a:ln>
                <a:noFill/>
              </a:ln>
              <a:solidFill>
                <a:schemeClr val="tx1"/>
              </a:solidFill>
              <a:effectLst/>
              <a:latin typeface="+mj-lt"/>
            </a:endParaRPr>
          </a:p>
        </p:txBody>
      </p:sp>
    </p:spTree>
    <p:extLst>
      <p:ext uri="{BB962C8B-B14F-4D97-AF65-F5344CB8AC3E}">
        <p14:creationId xmlns:p14="http://schemas.microsoft.com/office/powerpoint/2010/main" val="1325145257"/>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912792934"/>
      </p:ext>
    </p:extLst>
  </p:cSld>
  <p:clrMapOvr>
    <a:masterClrMapping/>
  </p:clrMapOvr>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ISPRING_LMS_API_VERSION" val="SCORM 1.2"/>
  <p:tag name="ISPRING_ULTRA_SCORM_COURSE_ID" val="194791BA-0E70-41DF-9E7F-20C25F2727F6"/>
  <p:tag name="ISPRING_CMI5_LAUNCH_METHOD" val="any window"/>
  <p:tag name="ISPRING_SCORM_ENDPOINT" val="&lt;endpoint&gt;&lt;enable&gt;0&lt;/enable&gt;&lt;lrs&gt;http://&lt;/lrs&gt;&lt;auth&gt;0&lt;/auth&gt;&lt;login&gt;&lt;/login&gt;&lt;password&gt;&lt;/password&gt;&lt;key&gt;&lt;/key&gt;&lt;name&gt;&lt;/name&gt;&lt;email&gt;&lt;/email&gt;&lt;/endpoint&gt;&#10;"/>
  <p:tag name="ISPRINGCLOUDFOLDERID" val="1"/>
  <p:tag name="ISPRINGONLINEFOLDERID" val="1"/>
  <p:tag name="ISPRING_SCORM_RATE_SLIDES" val="0"/>
  <p:tag name="ISPRING_SCORM_PASSING_SCORE" val="0.000000"/>
  <p:tag name="ISPRING_PRESENTATION_TITLE" val="bai giang bai 2"/>
  <p:tag name="ISPRING_FIRST_PUBLISH" val="1"/>
  <p:tag name="ISPRING_CURRENT_PLAYER_ID" val="universal"/>
  <p:tag name="ISPRING_PLAYERS_CUSTOMIZATION_2" val="UEsDBBQAAgAIAPNWyUzWo37aRwMAAOEJAAAUAAAAdW5pdmVyc2FsL3BsYXllci54bWytVltP2zAUfi4S/yHyO3ELY1yUghhStYcxIXVse6vc5DTxmtiZ7RDKr9+Jcw9pN6RVapUcn+/zuXw+rnf7ksTOMyjNpZiTmTslDghfBlyEc/L0bXFySW5vjo+8NGY7UA4P5iQTvACwmDgBaF/x1CD4kZloTjoGF5mJkyouFTc75D5H7man0ytyfDRBF6HnJDImvaY0z3OXa0SIUMs4K0i068uEpgo0CAOKlmEQp8Zem7+j8ZtIQc0uBd1Bpub9G1ckDceL5j2S/MyVKqSn0+mM/nz4svQjSNgJF9ow4QNxsJITW8o187cPMshi0IVt4pVBLsGYIghrm3jmms8uhaOVPyelwyoBrVkI2o1FSGjjV3PWBCWmtq6YCFaCPfOQFbmtdOVlW9SS6Egq42emQm9ht5ZMBavG3vH36EjE3iZmOqr4dC8Xy7/lVTLWb1W8j8ZiM8rWMdcRLnUhrXU8Cdrf1Utsja1sn2rZLgom4ij4nXEFgX393pyA6YyUGzYyt3G6OvdxAZ8WzDdS7e4RhtKtZOM2SnFLpbgW1HC4ze7LloLU2W6AmUxBXaqJ98wDkF+ZUrZfN0Zl4NGBscLSPtijZcpVk9qGeJFJ4vN/6E3hN2jNL32oMxbwPxrzGYmamnARwMuCo4+BBGtqAItd2FyTxm6xZxuTztZJ5zD1TO1JwKZgIo5hKgQ8+wEzjLZ2ug8Kiml08TM1wHYW9oIjHkYxfs0ow3B1L03C1HaUobOwFxxLfzsCbcx7gWslc8xQZ2mKA+Bt8d6uNx2hw5YMdNmI0aMj49DzM21kwl+t0ntz0lxbSR84vcdHzr5PDbpLeQO5mB5CDCZBL656LmwOEeBceOaQL3s8J5XVTXGIj8z64mkw4AvTYzFj6ulcGFZpaRnOcTBZWnrV5zhLBz4BbFgWm/tuQv3Lw0IHCY/fG2NcP/CsynzJX8HJeVD8NZidYamdCAq9z8nHy7MOA2oRJ2Nve2vat+NGiroOrkvtW/lr21HfUJVWSpntk5RX9aLElPPgE8oxVDITwUAAtmEVvY5xHt8pYE4MG8xodorHQ6Zz8gEfqpyvzq/alC9mVzXWxvVYblzG8o7rqAq4lR+tDlKTiFfNNXz8A1BLAwQUAAIACADbRlpaf2Ttp/oEAABiEwAAHQAAAHVuaXZlcnNhbC9jb21tb25fbWVzc2FnZXMubG5nrVjvbts2EP9eoO9ACCiwAV3aDmgwDIkDWmJiIbLkinTSbBgEVmJsIpLo6o+T7NOeZg+2J9mRkh27bSApCWAbIuX73ZF3v7sjj07ushStRVFKlR9bHw7eW0jksUpkvji25uz0l98sVFY8T3iqcnFs5cpCJ6PXr45Sni9qvhDw/PoVQkeZKEsYliM9ehgjmRxbs3FkB9MZ9q8iLzgLorF7Zo1sla14fo88tVA//Xp4ePfh4+HPR+9auT4wdIo9bx8IGaSP73sA+SwMvAjQiBf55DOzRvp3mFwwZ57rE2vUPgyTnoXkwhrp3065eRgSn0XUcx0SuTTyA2b2wiOMONboStVoydcCVQqtpbhF1VKAHytZCFSmMjEvYgUTeS26lDnBFLt+FBLKQtdmbuBbI6qK4v6tgeV1tVQFqCtRIkv+JRWJ0QkRY96vClGCal5BRCH4VEsJ/1QZl/lBt+pL3wuwE+HZLJoSSvEZbC7bLgqQ9uBvZbWEd4lQb0HFbZ4qnqDrQgBgQBFfrVIZN/+UdFVoC2cpv++0IsSXrn8WsSDwaER8ZzNjjUieIKfgerEDUUJMSQgABS9F8QTZyMS6EUc4TYchTNyziQdfpk2YyMUyhW811I4ZgUiYibxLCiKVhBDjlF4GoaM3DVQhjla8LG9VkexF6a4/u4Bd3w6ACDbbAWcaYwMM8SEhexWFiKtuMLASm/hueQVLhQCMmEkGmlJZXVZAm2yVikoYa6VeCo9NSH0R1wr4lQq+bmIftBuydYa5h+e+PYnGzIfHMQG/erzO42VPOSDnD/mxy4YawmQ35jttatGicfAZsgskw2CIRHAOOfB8iMQVobDJhHbJ+PjCPcPGS5D3Nklpk/RirnNMeo94HIOcjqa1VHUJM3pLIDUZj5QHw9RQ8mkOUexi75Hc2qBCOJjRQq4F2FEkouhUBOneJo4m1ae5+0d0il2POD8IPX6PclUhnqx5HgsItphrn97Du0Qm5p0Oe6P/ay3/RrxqU/2btkr4Dvn8Zqg9e4XlEUbwqhLZqupSrTesNf8pVmiKP2pCn6U/TT+1iY9DN3gZz5Qyq9OmAj3bP1vLhvqo04hn7lR/b720JbQpNQQaFl0cocdI+0tNtNqxG+iKmIj+cq5/CjKzpm5BYXPza9Vf2g9aAF+hp2LQCeyxsZxCq5NBFeovewGr3jP/QheM/vKXZExdBlXnUnwpZdWp2fC5d301dH56Yd3pWfeKDXOZByb7ALho+8ESpTID+5MemPMp2exAUyL2VnKp6jQx9E/ljSkTsLd1Jr7vhq8LlZnZlJeb8G/K1MlzrGgWFzZKZwP6qS2De/tnh8BP9xIlOIQ2xsa+rXsfW7M97SkE9NFb4TG6aZ2ARxmv4iWU42tV50lPoOYI5pBTDGDtmqngRXcX1gJ8Y0Yzi9rZ3weB6I4OkijZgv3pq0qUfw0G0cvYYtDm4Cfuqk4ghsf7BphBH6n24LuR63kOZi7E8oscMHlT4jKVwdRBt16gSut6zBi2J1NgEzXkUXUBLeQQhCkOzyEjmsORNZry4gbSKVMqHYRitlqHcTVM+8PdQ12lMhdDZJ9XzPSCmTuLsOOYixigMJyzb5rancBBL25vZFK16A1mT7AP2fobPJHIaihgSMj2okVfJpiDu6e4vtP6759/u+RNgdzkQkg3zfgh2ay/r5fbUWluw47e7VyO/Q9QSwMEFAACAAgA20ZaWhUeYBujAAAAfwEAAC4AAAB1bml2ZXJzYWwvcGxheWJhY2tfYW5kX25hdmlnYXRpb25fc2V0dGluZ3MueG1sdZBBCoMwEEX3nsIbCF2HQNelRagXGHGUQJIJmVHw9k1EbWnTZd77P8OMYhQxfmJd1bWCWegpEEVLnFE173e2DAtevXEghnzCgrznSiY3LFFoIzJ62ZQewXLK//BjeGthPT/iI14w5UJnHOpLqbCZXPKwmGlj3RpQjxHTgC+Yc+iht3jDtSeIw+MM7Bv/1bmbNpsd3mlAHSK5IKr5QFW613H0F1BLAwQUAAIACADbRlpauEcT+5IEAABmFQAAJwAAAHVuaXZlcnNhbC9mbGFzaF9wdWJsaXNoaW5nX3NldHRpbmdzLnhtbOVYX3PaOBB/51NofNPH4qRNrmkGyGTATJgSyGGn18zNTUbYAusiS64kQ+nTfZr7YPdJbmUFBxKSiLTc3J8HBizt/na1v93V4sbJl4yhGZGKCt709ut7HiI8Fgnl06Z3GXVfH3lIacwTzAQnTY8LD520ao28GDOq0pBoDaIKAQxXx7lueqnW+bHvz+fzOlW5NLuCFRrwVT0WmZ9LogjXRPo5wwv40oucKO8WwQEAPpngt2qtWg2hhkU6F0nBCKIJeM6pORRmXYZV6vlWbIzjm6kUBU/aggmJ5HTc9H5oB539ztuljIXq0IxwExPVgkWzrI9xklDjBWYh/UpQSug0BXf39w48NKeJTpvemwMDA+L+Q5gS3J4dG5i2gCBwfYufEY0TrLF9tAYlmRAJbBDV0rIgALq2tiKpyRddLdilZMFxRuMIdpAJVdPrRNejoBuMgkE7uL4c9a2rzhpRL+oHTjphv9cJrgfDKAivz6Lz/tZKUfAp2kJpW8+c4c+uLoJRvzf4cB0Nh/2od3GnVZKxEvaGv85gA5gWhVzlSadFNuaYMiiae2QpoqHsGJZTEokuhayaYKaIh37LyfSnAjOqFybToDpvCMlPVU5iPTJp1PRManh3cBYQHIPcqnL08H2Vou+O1o7uW+t3x9roZQNrjeMUklkvc3F1ZSlFTVnjWNMZFAq5d8ZJwVhY5LmQ+i6dVxcrFx6BaUwEXwuceUZjwZIqXCQbk2SAM7LSAcIbyrsgue+hCVDMIJDDnHAUYg5dh2oIblwBqGKsNNVlt+neSp9KihkCPGiLBJ2HD4Idp1iqNU4rXk2px61fBkIT9asNtl16VDRkFKyYzHKSD3iCOhLPoUu6iF8Q7iJ2BmnDTOoQ6eSExGoLSXTKmIvwaFlCLsLnWN4QiSIhmJP8sNCMcuIiWrLnIvizKFiCFqJAjN4AiQJBFygy+JUStNr70USKrFyF60kjVXI+o2ROkhMXQ1dgIitAE+7CnBFtLXwu6Fc0JhMhAZfgGeQErFNl8etbAedYqTtQvPTxle2gvUEn+PTKHBAnMwy30Xbg0DtIluud4OMF4kIv9SAcMS4g5QwpCU3KPZez1V9OQ9W+gOfvxMYavqJZwfD3hK8CsgK9Q8p3Y2Ub4p/1wNlsimdloZviLaGhxClQYjFhI4arh/KCuALGmCPB2QLhGDqfMm1jRkWhYMU2CAutXu6h1Yc0LZ+mcE2CRZkQ6QS5t//m7cHhj++O3h/X/T9//+P1k0q3Y9UFw8acnavaT06Vzpr3Jthn9B6ZFN207s2Lzyg9MTU+0O0KmZnSSB4Y3TwJO6j3BlEwOm1HvY+96GoDQMnXw5Gl4ZtxavN0VY6Y/9ThKgxOR+0zNArCy34UHrtd6NAudJxCFUzMv0GnyWkUfHTChoA7lWYQOsENnYaZD47zlBlGLlYGEScX4HKZ2mYJ1wujGYWE+9taxbcUrlMNvajm/x11+83/imzh76huCZZxurM8+n901l0S9J8Ku32qXtasvZ1p+Bvfy5mdjHKaARlmZKpe5rUOD/Ya/uatWg3Q1t+Ntmp/AVBLAwQUAAIACADbRlpa4p7Fm1EDAABBDAAAIQAAAHVuaXZlcnNhbC9mbGFzaF9za2luX3NldHRpbmdzLnhtbJVX207jMBB95yuq7jtZSncLUqhU2iKh7QJaWN6dZtpadezIdsr273d8SeO0CSlESHjmHHsux2MRqy3lvR1IRQW/6w/644teL14WUgLXb5DljGjoJUTBY3rXf/i7WPQjBxFMyFfQmvK1MpbS1qMITAqtBb9cCq5xn0suZEZYf/ztwf7EkUV2sQSGdS5nRZZQHfNjcHM/O4vizxjej2bT2zbCUmQ54fuFWIvLhCy3aykKnprQrs3XRtvsc5CM8m1nRIwq/aghq8U0v5oP5oPzKLkEpcCEdDubDCY/O1mMJMAO2Y+GN8PJmZzqqM8bc0TbUUW1pY0Go+vRsI2WkzXUizydz65m1+14jrvXu/JpXI6g4Z/uzBzFvwf5pc1FXuRf0UguxdoU9IgzMl8nhwmS4vVDwuzWfJ0Ek5A5qFOQitEU2yBk6qT43Xxt4LZa+j/DIRGbuy0FezFNOJoeRiEJg7GWBcRRuXI+tREfz4XGywTjFWEKAaGpAr1ghi+kUOU2dVuF+wMflKcByBsqxLtgRQZTF28ArNsr/HR6b+dKGN/BFgQoYeeNQYSVsUI+YVlPkIGxQr6abj1ztj+BH3scp9TDPfHN/Lz66AVOcFnWq1yVXnPSwtxyFRztDSUmEymMrazeaAama3FkbS6k6CSmmJMdXRON79Jvg0v2NhkVR0cOr7RmXcWaagZNcrMx4kQP+2XX3Wp0D0iVm1v3NM77u35G5BbkmxBM9Xueh3cEt3Ev5ynDTFR870A+8pUIODawNhIXGs49QLhrciaaaE2Wmwwjats/joIKxFFziWN/alPteZElIOfYMgqlZuo2h9vQ9Ybhr36n8AFpndDidEy9we04oQdJBgbffyByuSkF6xbOkxVMUwY7KK99YLAJt2UWKxRom9YmegErHarNW86So58SlU5CXN3RQHjHuJoZzlOXvMfVNa9JomxqtVvfNZPLUWbEGoKcwYuptjX6m4qI7apVlBRavGoitW9Rtfbpkx1MOM3smECHPsimyeM4TIjcF8Y6y4BP7FUI5mk5bHbIsMHTRjHDcDxooljP8SR8wxs6XkmAcApa40Uwp3/BPhFEpk8HSG1wN7gdG3PEp80OVRzHWa7jKDC55hzagH/jvw7j/1BLAwQUAAIACADbRlpamWPBOH0EAAD3FAAAJgAAAHVuaXZlcnNhbC9odG1sX3B1Ymxpc2hpbmdfc2V0dGluZ3MueG1s3VhRb9s2EH7PryA09LFW0qZrGtgOAltGjDq2Zyldg2EIaOlscaFIlaTsuk/7Nfth+yU7SrFjJ05KZ82K7iFIdLr77njf3fGi+snnjJMZKM2kaHgHtX2PgIhlwsS04V1EnZdHHtGGioRyKaDhCemRk+ZePS/GnOk0BGNQVROEEfo4Nw0vNSY/9v35fF5jOlf2reSFQXxdi2Xm5wo0CAPKzzld4C+zyEF7NwgOAPiTSXFj1tzbI6ReIZ3LpOBAWIKRC2YPRfmZybjnV1pjGl9PlSxE0pJcKqKm44b3UytoH7RfL3UqpDbLQNiU6CYKrdgc0yRhNgjKQ/YFSApsmmK0B/uHHpmzxKQN79WhhUF1/z5MCV4dnVqYlsQcCHODn4GhCTW0eqwcKpiAQjJAN40qAEE3ZGuaBj6blaASJQtBMxZH+IbYTDW8dnQ1CjrBKOi3gquLUa8K1dki6ka9wMkm7HXbwVV/EAXh1Vl03tvZKAo+RjsY7RqZM/zZ5TAY9br991fRYNCLusNbq5KMtbTX/U0G68i0LNQ6TyYtsrGgjGPP3CFLg8Gu41RNIZIdhlU1oVyDR/7IYfpLQTkzC1tp2JzXAPmpziE2I1tGDc+WhncLVwFiYFhbqxp9825Vom+PNo7uV95vj7U1yjo1hsYpFrNZ1uK6ZKnFbFfT2LAZNgrcOeOk4Dws8lwqc1vO68JVCA/A1CdSbCTOPpOx5MkqXZCNIenTDOkbdoRHJsgpx8wNchAkpAKnDDOYzXhloYuxNsyU06Vzo32qGOUEJwiOQSDn4b3sxilVeoPEFZG2t+Pmb31pQP9eZbcSPagacoZebCk56QciIW1F5zgVXdSHIFzUzrBOuK0VUE5BKKp30CSnnLsoj5Y946J8TtU1KBJJyZ30B4XhTICLasmei+KvsuAJWciCcHaNJEqCbV9k+FcKZH3Yk4mSWSnlVBuiS85nDOaQnLg4ukQXWYGWePflHEzl4VPBvpAxTKRCXKAzrAmUM13h13YCzqnWt6B0GeOLamR2++3g4wt7QJrMKF4/u4HjsIAsN8+CTxdESLO0w3TEtMCSs6QkLCnfuZyt9nQaVvMKef5GbGzga5YVnH5L+FVC1qCfkfLn8bIL8V+NwNltSmdlo9vmLaGxxRlSUmHiixhvJSYKcAWMqSBS8AWhMU4+bcfGjMlCo6QaEBW0fnqElT2Wafk0xcUYPaoElBPk/sGr14dvfn579O645v/9518vHzW62aOGnFp31SLVenSNdLa8s7J+xe6B1dDN6s6C+BWjR9bEe7YdqTLbGsk9p9tXXwfzbj8KRqetqPuhG11uASj5ur+y1H27P21fp8qd8s42Nf5+61QYnI5aZ2QUhBe9KDx2u8JxQJg4xbqf2H/4nHalUfDBCRtT7NSMQegEN3BaX947blB2/RiurR5OIeB1Mq3GI14onGUMS+w/Gw7/plWduuZJXf5jdOrWf3zYo61aNfczdSpQFafPVjk/8PT8fpz8rzJdPa0+umx8Zan7W7+v7aF882Nlc+8fUEsDBBQAAgAIANtGWlocYn22tAEAAFUGAAAfAAAAdW5pdmVyc2FsL2h0bWxfc2tpbl9zZXR0aW5ncy5qc42UwU+DMBTG7/4VC17NogzFedsEExMPJnozHgo8GVnpa9qCm8v+dymbWwvFjV7ot9++x3vQb3Mxai4v9UYPo0173+5f7X2rgdaUqODK1umAXmrdk7TI4L0ogRYMvA5S//31IG+PhMvYY61psn7TttLw81D/8kWoNHHusBAOTTq02qF9O7SVq/CP1dm+q11HxpiTSilk4xSZAqbGDEVJWsa7fGovs8EOjDWIE+gXScEyvfXv59EgeXQM5mH0ODW5FEtO2PoFcxwnJF3mAiuW7etP9DLpxZqDaF74cqgsLaR6VlB2C8c3sR/7wyQXICXs606jmT+7c8KUJEDNhsLgPpj9g1rG/YF26LqQhfqjQz+chIFJc5JDb0qPcXQTTWyMNV69afaK7zgFKzXUDKdkDeIcK+QVP+MFcoG5nkgfDfVyohRJVrB8x0VTvZycflhtO/RttIkxTlBkh6/iWi+T6Q3DOmbYOWYLx6kth8LljGRQzsMtO1VfXLlAXSJzicN51hXrg2g9j+qGjd5/NJ0TsQTxjkib/GyKo4L2Biu1y+iRR5Qi6aJsYqZp6vPU49spvr3Y/gJQSwMEFAACAAgA3EZaWqH43l40FQAAECoAABcAAAB1bml2ZXJzYWwvdW5pdmVyc2FsLnBuZ+1aaVhT19aOikVFRWmLgkJq0Q5aoIogc+pA1apQRUUgECmVWAKBCCEMGaxKY8sQK9owR1stMiQRERJCSEQraQUSy5AAYTSSCAcIMYaQ+R7a6729X5/ne+7393v4kXOyz97v2u9ae+211j7Jt58H71+1wnEFBAJZdfDAvmMQyBI4BLK4a9kb4JPFqUsI4G1RyrH9eyAM4cZxsGGF3H1kNwRSS7ExxiwF28uTD4SnQCB2qfOfRUNx0HQI5MPbB/ftPp4ePTXYklPTlzGMseC8op+kU5cpL0zlfWwn3rPot3eWnSrPXucSefqtzTZxb34Vsyz3Qt36HS120adWRpziYa7t220Xc+CjPo/Lp7HpbqW/NSp4J5Sh/KqJiXE9fmQ0Laz5RJTmJFarO3lCYrpuDfJgPAsTLwHv7JUtIK3kLRdsIJCRz6zWQSAPri9zg0DOb1sLhzwoULUhzJ3+z2rEMlrbwCPswAbDiPHgcjfIiFycnZcx0EiWjjgzZEO91oqQPcmLILtYbvHtMmHAwBvaZCdta6A3yQ4UzK7E7o7N3R6SEbyFDTlfErHOo3W9+pri+HxXI9jljJse9WKTAfau2RZdwRpw3g56jqOanWLLagmAC5prbYW0SyOLIWh0VHehoOwli2S4KFlNCk6xlWCSJi+q3980LzZynaccU+GvzZ77n5iBc+ZpZbS/cRIJy5qaqfCickvHGt1/oXVijSV83RCKHNDqf5swgyl7DUiVg2oXkGHGTmhzWvoRp2gBk4yTd9F0phy3y8C57gxGQTRvOyhmS/hlCXYuRMlrypjL7BUf/zh6q6P2veZ8rM48uIuv6U/EPRkzqygk4xMFX4/i83Sq+vcHrWWB8OEwhEFP4w9AAS/tjuXgEgwMcO6MH3aFwFQb+LqXReW6GT13NVMm6UqVX91UJ9yyTvLP6c7MUWlGuuTZT01K1CixEri7axy7sfYENaW9tne4WEQy20br8Dyov1jDPKhtYZvfztckEUgB8jHiZ69NWyzMRTqKs5XpaajoV3zTLAvWz3O+SbNlflIdhC1j2F9L+bUbU3/KefdRkbx7HDVxX4Zv9XDGznHY5chtbLm6poi2qpKikMmDpvE+qCaOf/2RsmHHT7JCO7PTp5o0viKD+Sn2DmmbmGjAEbVjsy6ltlOyyCjBdzkah6pizqRsh2QKRiZFCTF9ANHTGbJeZOzQXsxA9DRgA2V6pmhzjwIg+p/pJNxtNbFXytR7WX34KHkXtEnErA1USulKSXEtYoLozRPOEQf0jvUdvXxgiVfWv9Xrflhjf7S+sMyWuRTvekeeHelaE/99WKiAkp3gyplQ++I/6m59ds8+Qe1xVpOUGJnD8yXiyzDFGE6sDduT3Sq5EzR2ykpIzQoc5uTWTy3L0wE9ozLf7gz/k7m5bREWoburv8Y3N/FPrTAO4kcoeTqCKTj1nKIu1O7vuEl9SyxwCY7fOvHpg9y7ToIOQ63fb4F3wpmIx0I2nIyu43BlMlVGIh9HQ/D3y5nNGlMEuWfMAYGcLOgPk6FykR8KRmMNnHa1qcHjX87Rzu2F5vBVKw+4/iwOmi7M2A63MEhJO5/FfPQuOPp70Hao5I3F2O0+zpU02w2i0u5ugRpTP3WKnZ99NghZpqzMUWZ8xlnDJAE7us84id7NfdQkiQlEo6DDE75pyv2Axvt9thzwpon0Dx7qPf0KJi8W6yNkRb+qVOxSkLN+qO+7nlitTp9uci5iKsRagIOIb/XoUcfI8AKPEeArzl/ca+kJ18lWgSbJtUEehHZ9PnF0qvZUzePBjXCZTIdHlWgcLmF/D/e4kBD9lnMJdnvGC0CSkejabev6ctvshK/QRhL68y0blQoTxdCl3SGFNK4GfcAwZy/BAC8pPmkBclmDMDavhk6RqCtlctOxlAnigdndRwj0Fbc5bvWWJlZf+g/VaNZamWBarVFxbMHxwU1oRKiUQsUIQwU92tSlYVGUzVy7PwPQ0a6ijLV+5ssko+vv3F/pMjmySh4kFS9mBO8yt35pdpTNaM7lyq6OVLXVu+njv46wGY+4wRCt6W4glztVOVQUMZOQoF1pMCYzgI8HuoHkBCglYxI4paXplKTW9lFWNAW1VOIjmum5ZTjNIwIeYWXSBKvPp5h/WHPQWi0Z0hMH+93rTZl8aTEHyhA9mD7yOpr6erh/gVoUZsOsnSlZ16hRGrUuZUh262KmfaJsLuIDYdLqoza/7CXlpJ4VP35+mVx7A4G4ECbIA3a6GYz3mlWeinfutLGjK5o/HN+DN+ON9B783BB2PetIRy0BXw1ypPssi58485X6As9NhA+YyOxoqedNTn3+JV1L0Zl9+G+llCq5iUhwKw7xFdKpp4leP6/ewMoqEwwRiJf6vAfTP74dOKwn0k33nE96WGPKRHPpPGhPDBA4XPKvYBpHvMa1Pwr8mLQRAZX8WGP/bf0R1zWCOhe1QK0T2tT7Dp66lYdMas2dkndtLPH8PH4CoKir23xoIQR/UrOu6JIOJZR2Y+FQ1XDJ1Y9+kSC3xsdDO8jQptUuuQpCxtl5/xW3s44ecZ1RMPlDAtCBtNWYgV53jcp7+qlABuSrK5m7hMj213oAaSX84QZ0nSaNZkEDvQTe7CC73GWHQBU5zASIDgIR62BHrxZIbCwfHtoMZsTkFODHVv/pa19uMmOKs9j5WbHQUtjrbbmd4jefS5SjvtN5hGTzX8creGv4f09qoeWGPcb/ImeCfvl/TYxZ7FXTf+cx8Cgx+e+JUuGMvvhXXfyXAw9b/YV/HQwma7BO2AdShMC/BWeBsO3+XiuUvgWHGUdt87a3rgdTvBytOP6+9XxHwGeZB+aROzcHbJ6X43jV2Q7+R9Vku3y+vPjmFnlewCd7O/fOi7uxaXzTvPCnV15dmZ/q7IEF+AJ8Ab4AX4AvwBfgC/AF+AJ8Ab4AX4AvwBfgC/AF+AL8/ys89VyyQ2zu/Cu19gChQcnnv9fJKJjHnA/8X36tg0DCzp1LNsnIFuOMuMliGEXwNTIySVNhkY2+SZpD0IzdYzVtkdQmNxgEotDl8M1kKlBdTFIJLFP1Gup4h9IktejOQc0qvgVhS7J0IWqaGuliNmmWqiSlltQgBKWBsQgxMaBiU/AKBs1MsxhqLd9UtSEkSyDnDwc95LTuoBbx9S0welNWWHa/gJBn7q6YTXL85f2lYde1+sew/ND5kV09HpFA/xM4Oj6GVEVS02m8tED5y1CDD+ZYcgD1XPD0rxCIf3pjv0t7lsX0CMuC1pcPwZPs3l8q0S+FCZdAHoxzS2f0KRNtKyRdJcD8i3LKdGcSr4C3Pb9tUbKvKDmK5P9Ik/r+Jvb5/dipXcPjf3RcWQuXQFv++VizPonXlRG7kbrkHRc2A3YBGA/ekxz1NIT4soAsIo3aOkdz59yBo9aE8UOkVy9T63DDJpG7SOFB05mo6o4kInBd1liqJCizoFOAHsdz5ZmmLDO/J86MwXRdZJrFqGCWpnk3DNbK8vs4iO6v+GYNbJiL6G7AFmPgUUzXLGmP5E5bONUQwdAlCAuFG2TsjRCHFqxpLTwEZ3cB2BM/qpfy1U22NOPzpOaGywG3HtYE11VlpwaFuRIBLlEjIZpuXf6JiWb2S+ppKH5Y7rUVBZjI/A+k312JlTr5TRfu1eb4JpYJvPn9cfvCo6a/q/XlMkIIg66Chg2267t1Yi/JPaJ7NGq2Ror48wJxCwLtZiXpKrs0wrkSwf2Bjly1uhJp5yuKLjtX/ioPaYekzeUNG1+El+sailzuPPzS6rfaqXwnXHsm52awHxmX6FHuWd0WUA14The8HY+19EnR+4hRu1qwjX11aNLkTgXXuGbkmJVEsz85YPDgMoaN35b81mfEkACbUQdGm3RFDsaQOJivORxbKf3iUv+fom8aHmf2686J+XU6zolreUhVfiJu8u6hCP461s/m2JbMQwP67IJPW8uxBlQHeNlbcVD7qFZtdQC+gy2/e4cikSmxVmGBEl7IFrQjvHoaQy1E9UV8mVSJdGptk+RXIreLkTHsXPrdF1aSyd40Qb7f817TFwGJu9jfTKdFkqM69c3eIaZht/mdwL1HaK7XcaKQoLVw8qdnfNKIWeIpVnDKC6B8B4R6rnJEX8fHW35S11gePrtmsZe5m/XQaLefUROLOHqfcA/aflOwg7Q7N3FiUU1Gkx4/hD5MyOtH43maXSyLqpnG92c4fwCn+CHRTnC1OYop7WXWd3hP9gbWmNJecCfUGPggU9zFrIsW0iulCWb3oxPEBnSKcLOVJDvR9R6r3X3M91Z50al1v8KFJ08N+LLzB93FXYGskYhhHjeQAWUAHn6ai3X51Y9YRB2WL5BMUTrmzmBepJJXQwVOdWg+tlj/GDNN2rki+UPqMoa+yCty3bMsD+J7zAnF2Nzg51T1FR/7rQ8bcpea5wbvmwOrsk3Jn32UJn+q8fsywNToQTJxzGpMLF+46D7LFkWiaritPLqMMhj9KNPH9sggLU5hXl0Gbj23BNT3zY5JPycfDug6Sqqr03TucHMxbWD0zS8464yS+L15leTp4PTJFk9LMmw2Nzjgqk/1/nUs4pXpcBZsp8bmNPFWgslRzY+sQw4SA49EsWKi921e8gdpXc9KTQohgJjUqswFTZ4DZLQgyD1e6sXEBA8L3On7ncGR1Mpgjzgj2qH2YyGufc5910QqMOaHKz+WfF2nfVk74nvfVmF9QpCR15VrodyLK0UTZ1MC+ZpzziUZzcm/ST8A+de8CY+9if/1Mt2Xtt38DeC79RNQ0Zn1IkhPzNswl3RBk+H6ip9U6IuCBr+0gR+aDY/1Lzsx0A+xc5ebOHj18Nc9Z5yUcekJTaP2oIawo4D7fezqcJdEUSZvsIsh7bCg5x0ZU6w6MMFNmlj3qWMU6FsTD3FlPvmd1gWfrmmHGfYfzltTeBEVOPUxQ8D2J0ff8yr/rarNFxpo/wrwQFALPdNnaypguFYJ1IIOSGG/DSfPxnSki7/i4lP9Cxs1k/Kb0ulrlW1+sNMcxpud8zuxeqk6emOiCXqoLuIVMyVhUzCa+3bmlEyPy6eo7LhYi2RU7RFEbpD6oetx/A/ePiQzylmFUNGTPJnccJoQ+C7Qm7a3LEkxBYQC2i865m57Oo9FUKB1vH03iFfEtk/p1HOT4SxledpGvkYpBr8yw0kZEpdL2ChRxlebHtwufROu3qMvVfvaw2UOdfQgA75XvzLMtLqKIminJvq77Hp22mxZRTENfaaotAoLaNrFn2Tm+9nDBaBeRgNvY2ZaCtBwSH5My8qwu2CTfhzQPjOavPk/E1Fy6oVrse5re+vQwwFT3kRgmD4fi85uvd/ZW7WIfS3Fnq7gXUtuX3ZBpeWl3Mi1posfzyYQPR8bc6UJ+Y0qO5YqK94fki7EenuFbGHHQ9tt007ecrZh9OhrOvWsLDKRGbWVHe9m6nx4aWSxcw8YLkgwBqxQ4gCbU0AnAS8gw/nef0z9JCGgDncW4jZWOuKrKFuu6Ftx1Zev+7ppb0s9L5VgDA63mM/yEmRnsmVHoK1LzgPb7Nw8IyXKQs0rhVC/8tkc99nYqWQnKdlTphz9Zq/t/eitbIYqP3t5y1L/Kk0Wxkz0f3URV6azns0cyCwng5EqxC9/WI+bD/G4CmJfUvMvySb8yj9M7klNb42x+sT00cYcg+Y2AfiRsK9Fj4uVzfi80xDn7xem8LNXARJut3/9SDGtyFGUnrhUUkvwpgmMD8bFSrqm4ZDimOiOsGAN/AhM/zvFeSgToJN3DePV1ysfTXjfQJqiaxxgvRJWTsBOmfWLWkQ3GC6bKqJYJZbB4gBgtqyItLbjd0+zGDXIe2PkmHAV4xC3qMXRKrKu/iyUDwvOyy7WRS1v0x/u26KoXBrWYRRPj3UTvGely2hrhyL5bSx0Uygyn+N5T1R0aaT/6PYTMZrWDUn+eG3TMCFd9ezxNrXQT+mPV+Ug8I15MxcI855pDMYLiBniduYW2GzneZAEOc78dXM5GISdeeiUdg4BJyec5B+YUNeeD2fR5x3kYnUc4c1bdKRPfsfJNTXz1GwPX1f5fWnygdWoPuYf/bQvE9d8qCN0JcPzGusCyrPBQSAa9aANZ/qhB9Mq2vWsL6hcOpjQL9sGzo2cOXziuFOoNG+mivL1I7Hy8XbZ2rp75hGnUNjHAltF8/5qcJWgJboxFwAjQ9HJHfNxmfSk/XfPSFY1SOaQFWiFTw9UmFnrInffFd4MMsz53dM3RpNkdets1LnIM6ubi0eOqd8COZubu1YxdMo7Yn7GBsUudA5m7qaU4YGFFSM+Sx9HvvsmSIhJ1FS7I3b0avKS8LLRbQjdk0dkKPFse10pwvjMYoEcog/nxMr3Ox0y3a2BjsTKJUbqnwyVR0yQYf1YZMqkEWzRfCP5z8WJ8aBLH2s5AQtTWEs5JEGWbQowovcWGXFDWZbBwzu+LXlD4ooMaYbfLa/17VnHm8kmK0kWA9P1eF6GWwoD9NzyzFQU8Xj8oaBwBdX0Op+HxuV1xyqWJ39YRmuRc/9ZG53PjKs2x6FOhOyV2BYX6+hHyEq8ws8WYeiXREfeclTD5XAwAPhqDhwnJHVQMn/Qc53rI4a/mH0KBh7+fPRRCm/2bgUaPCHUd/9V+jnNNIoI06MmLWJVFV1ynmFZiyqT19FMk6ic47HlbaUokzNH/FoAXwyBfzfCMS9jVPgtb8E+qICZxjU3JELZ0wzCRCgtM/H7+PaUopQofX13ZB2voNv+P6pMp3fYuX3lKXTl56l5Pq+mCR7/2XtXc/Uh3aJGmvzc3D/cKSIIsXm4lcVIgqR6L3z1+dx/T/tJ8xajuCSunfJpUkA8PKl4lD7akVJ+6A7uXW6r+6SvqBnnU9q4EVLR1Crapp54zTVL2aydATdKjbWyqqv7q0WQcpfXZSdYX3siZl8WdpmWvPyuAjeUgQyYu9Hv9e1OyHlKjmBO2pVFC0WsGDK5h7ZnvC7Wk+7SqYvRlXxBFX8s0zDFkvwUrWqxhnIH4gAlDwIpL6Bb3hPA0VeDTCnhP8E0416/TNwa4cxCcbDWUr3187c/12jhnu7R3FMU84vbZCy3dzFkerdJAQCObfA484S15f70dJQoBjxHKLq/KSx7Cz4WQRowrU8RQq9INpzl6uQl7sNuxHLfBKDDE5yummScoQVUnxutRDZc7XUMFKJeVQQqdu7z8Zk/jr3484j07n/zr4a/nqn+BDy3LFpW6tW29vLVYLAJORgUvI+x5/SFfwBQSwMEFAACAAgA3EZaWuNuVnlNAAAAagAAABsAAAB1bml2ZXJzYWwvdW5pdmVyc2FsLnBuZy54bWyzsa/IzVEoSy0qzszPs1Uy1DNQsrfj5bIpKEoty0wtV6gAigEFIUBJodJWycQIwS3PTCnJsFWyMDZDiGWkZqZnlNgqmRmZwwX1gUYCAFBLAQIAABQAAgAIAPNWyUzWo37aRwMAAOEJAAAUAAAAAAAAAAEAAAAAAAAAAAB1bml2ZXJzYWwvcGxheWVyLnhtbFBLAQIAABQAAgAIANtGWlp/ZO2n+gQAAGITAAAdAAAAAAAAAAEAAAAAAHkDAAB1bml2ZXJzYWwvY29tbW9uX21lc3NhZ2VzLmxuZ1BLAQIAABQAAgAIANtGWloVHmAbowAAAH8BAAAuAAAAAAAAAAEAAAAAAK4IAAB1bml2ZXJzYWwvcGxheWJhY2tfYW5kX25hdmlnYXRpb25fc2V0dGluZ3MueG1sUEsBAgAAFAACAAgA20ZaWrhHE/uSBAAAZhUAACcAAAAAAAAAAQAAAAAAnQkAAHVuaXZlcnNhbC9mbGFzaF9wdWJsaXNoaW5nX3NldHRpbmdzLnhtbFBLAQIAABQAAgAIANtGWlrinsWbUQMAAEEMAAAhAAAAAAAAAAEAAAAAAHQOAAB1bml2ZXJzYWwvZmxhc2hfc2tpbl9zZXR0aW5ncy54bWxQSwECAAAUAAIACADbRlpamWPBOH0EAAD3FAAAJgAAAAAAAAABAAAAAAAEEgAAdW5pdmVyc2FsL2h0bWxfcHVibGlzaGluZ19zZXR0aW5ncy54bWxQSwECAAAUAAIACADbRlpaHGJ9trQBAABVBgAAHwAAAAAAAAABAAAAAADFFgAAdW5pdmVyc2FsL2h0bWxfc2tpbl9zZXR0aW5ncy5qc1BLAQIAABQAAgAIANxGWlqh+N5eNBUAABAqAAAXAAAAAAAAAAAAAAAAALYYAAB1bml2ZXJzYWwvdW5pdmVyc2FsLnBuZ1BLAQIAABQAAgAIANxGWlrjblZ5TQAAAGoAAAAbAAAAAAAAAAEAAAAAAB8uAAB1bml2ZXJzYWwvdW5pdmVyc2FsLnBuZy54bWxQSwUGAAAAAAkACQC8AgAApS4AAAAA"/>
  <p:tag name="ISPRING_SCORM_RATE_QUIZZES" val="0"/>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3170</TotalTime>
  <Words>1998</Words>
  <Application>Microsoft Office PowerPoint</Application>
  <PresentationFormat>Widescreen</PresentationFormat>
  <Paragraphs>143</Paragraphs>
  <Slides>17</Slides>
  <Notes>17</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17</vt:i4>
      </vt:variant>
    </vt:vector>
  </HeadingPairs>
  <TitlesOfParts>
    <vt:vector size="26" baseType="lpstr">
      <vt:lpstr>Aptos</vt:lpstr>
      <vt:lpstr>Arial</vt:lpstr>
      <vt:lpstr>Calibri</vt:lpstr>
      <vt:lpstr>Inter</vt:lpstr>
      <vt:lpstr>KaTeX_Main</vt:lpstr>
      <vt:lpstr>Symbol</vt:lpstr>
      <vt:lpstr>Times New Roman</vt:lpstr>
      <vt:lpstr>Wingdings</vt:lpstr>
      <vt:lpstr>Office Theme</vt:lpstr>
      <vt:lpstr>BÀI TẬP LỚN HỌC MÁY CƠ BẢN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bai giang bai 2</dc:title>
  <dc:creator>Gia Ba</dc:creator>
  <cp:lastModifiedBy>Dao Hau Phuong</cp:lastModifiedBy>
  <cp:revision>179</cp:revision>
  <cp:lastPrinted>2023-12-27T01:57:44Z</cp:lastPrinted>
  <dcterms:created xsi:type="dcterms:W3CDTF">2023-08-08T03:48:37Z</dcterms:created>
  <dcterms:modified xsi:type="dcterms:W3CDTF">2026-09-27T03:01:22Z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defa4170-0d19-0005-0004-bc88714345d2_Enabled">
    <vt:lpwstr>true</vt:lpwstr>
  </property>
  <property fmtid="{D5CDD505-2E9C-101B-9397-08002B2CF9AE}" pid="3" name="MSIP_Label_defa4170-0d19-0005-0004-bc88714345d2_SetDate">
    <vt:lpwstr>2023-08-08T11:43:03Z</vt:lpwstr>
  </property>
  <property fmtid="{D5CDD505-2E9C-101B-9397-08002B2CF9AE}" pid="4" name="MSIP_Label_defa4170-0d19-0005-0004-bc88714345d2_Method">
    <vt:lpwstr>Standard</vt:lpwstr>
  </property>
  <property fmtid="{D5CDD505-2E9C-101B-9397-08002B2CF9AE}" pid="5" name="MSIP_Label_defa4170-0d19-0005-0004-bc88714345d2_Name">
    <vt:lpwstr>defa4170-0d19-0005-0004-bc88714345d2</vt:lpwstr>
  </property>
  <property fmtid="{D5CDD505-2E9C-101B-9397-08002B2CF9AE}" pid="6" name="MSIP_Label_defa4170-0d19-0005-0004-bc88714345d2_SiteId">
    <vt:lpwstr>036899f8-ac9f-429d-84d0-69e9dd6bdae5</vt:lpwstr>
  </property>
  <property fmtid="{D5CDD505-2E9C-101B-9397-08002B2CF9AE}" pid="7" name="MSIP_Label_defa4170-0d19-0005-0004-bc88714345d2_ActionId">
    <vt:lpwstr>ee72a353-f99c-4256-a44c-0f8ac51b33fe</vt:lpwstr>
  </property>
  <property fmtid="{D5CDD505-2E9C-101B-9397-08002B2CF9AE}" pid="8" name="MSIP_Label_defa4170-0d19-0005-0004-bc88714345d2_ContentBits">
    <vt:lpwstr>0</vt:lpwstr>
  </property>
</Properties>
</file>